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1" r:id="rId3"/>
    <p:sldId id="263" r:id="rId4"/>
    <p:sldId id="264" r:id="rId5"/>
    <p:sldId id="265" r:id="rId6"/>
    <p:sldId id="258" r:id="rId7"/>
    <p:sldId id="260" r:id="rId8"/>
    <p:sldId id="266"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5F499F-F7E6-262F-F0F2-07171B366C33}" v="37" dt="2026-05-19T12:54:44.565"/>
    <p1510:client id="{58962511-5BF5-1346-B544-B8FB927C3FD1}" v="612" dt="2026-05-19T01:36:59.921"/>
    <p1510:client id="{82DD4354-5836-BB43-A867-4764DF2A66DB}" v="7" dt="2026-05-19T15:48:06.516"/>
    <p1510:client id="{A33FD412-1B74-DC42-962B-0B69C54C8345}" v="1859" dt="2026-05-18T22:04:27.7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157276-0FEE-2842-9870-16BD9F554F7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AD7F2A7-5EAB-D643-8839-538B15BFCA30}">
      <dgm:prSet/>
      <dgm:spPr/>
      <dgm:t>
        <a:bodyPr/>
        <a:lstStyle/>
        <a:p>
          <a:r>
            <a:rPr lang="en-US"/>
            <a:t>Was an athletic sprinter-had dreams of going pro</a:t>
          </a:r>
        </a:p>
      </dgm:t>
    </dgm:pt>
    <dgm:pt modelId="{D5BF38BD-0668-7241-88DF-6A73AD244370}" type="parTrans" cxnId="{39BFBA1F-1D45-4845-B8C0-6DEA0799F1C9}">
      <dgm:prSet/>
      <dgm:spPr/>
      <dgm:t>
        <a:bodyPr/>
        <a:lstStyle/>
        <a:p>
          <a:endParaRPr lang="en-US"/>
        </a:p>
      </dgm:t>
    </dgm:pt>
    <dgm:pt modelId="{47B1A0F3-7688-414F-B223-CE9DDF27342D}" type="sibTrans" cxnId="{39BFBA1F-1D45-4845-B8C0-6DEA0799F1C9}">
      <dgm:prSet/>
      <dgm:spPr/>
      <dgm:t>
        <a:bodyPr/>
        <a:lstStyle/>
        <a:p>
          <a:endParaRPr lang="en-US"/>
        </a:p>
      </dgm:t>
    </dgm:pt>
    <dgm:pt modelId="{2C0E30C7-2BE5-724A-9DCF-314BABD956DF}">
      <dgm:prSet/>
      <dgm:spPr/>
      <dgm:t>
        <a:bodyPr/>
        <a:lstStyle/>
        <a:p>
          <a:r>
            <a:rPr lang="en-US"/>
            <a:t>Pool incident at the age of 11-caused her to go blind</a:t>
          </a:r>
        </a:p>
      </dgm:t>
    </dgm:pt>
    <dgm:pt modelId="{CB975A8F-99F0-B246-A6A5-AD759AB7C850}" type="parTrans" cxnId="{FB9D5400-105C-9D4D-BF2C-6B1A09BB527C}">
      <dgm:prSet/>
      <dgm:spPr/>
      <dgm:t>
        <a:bodyPr/>
        <a:lstStyle/>
        <a:p>
          <a:endParaRPr lang="en-US"/>
        </a:p>
      </dgm:t>
    </dgm:pt>
    <dgm:pt modelId="{E543DF93-6989-3A43-9184-78900CF71B2E}" type="sibTrans" cxnId="{FB9D5400-105C-9D4D-BF2C-6B1A09BB527C}">
      <dgm:prSet/>
      <dgm:spPr/>
      <dgm:t>
        <a:bodyPr/>
        <a:lstStyle/>
        <a:p>
          <a:endParaRPr lang="en-US"/>
        </a:p>
      </dgm:t>
    </dgm:pt>
    <dgm:pt modelId="{F3C2202C-7923-D843-B2C1-72DC42E26875}">
      <dgm:prSet/>
      <dgm:spPr/>
      <dgm:t>
        <a:bodyPr/>
        <a:lstStyle/>
        <a:p>
          <a:r>
            <a:rPr lang="en-US"/>
            <a:t>Inspired to further develop technology accessibility because of blindness</a:t>
          </a:r>
        </a:p>
      </dgm:t>
    </dgm:pt>
    <dgm:pt modelId="{7CB38D4A-45D8-6B49-8551-F83DD8C86ACF}" type="parTrans" cxnId="{3E55F950-D58C-F84A-BAFF-DB49CBA913FD}">
      <dgm:prSet/>
      <dgm:spPr/>
      <dgm:t>
        <a:bodyPr/>
        <a:lstStyle/>
        <a:p>
          <a:endParaRPr lang="en-US"/>
        </a:p>
      </dgm:t>
    </dgm:pt>
    <dgm:pt modelId="{28E73314-667F-3F49-8A32-04FA673E07AA}" type="sibTrans" cxnId="{3E55F950-D58C-F84A-BAFF-DB49CBA913FD}">
      <dgm:prSet/>
      <dgm:spPr/>
      <dgm:t>
        <a:bodyPr/>
        <a:lstStyle/>
        <a:p>
          <a:endParaRPr lang="en-US"/>
        </a:p>
      </dgm:t>
    </dgm:pt>
    <dgm:pt modelId="{9A5DB39C-65FE-694E-9675-EE033C0F71E5}">
      <dgm:prSet phldrT="[Text]"/>
      <dgm:spPr/>
      <dgm:t>
        <a:bodyPr/>
        <a:lstStyle/>
        <a:p>
          <a:r>
            <a:rPr lang="en-US"/>
            <a:t>Born in Osaka, Japan in 1958</a:t>
          </a:r>
        </a:p>
      </dgm:t>
    </dgm:pt>
    <dgm:pt modelId="{F1D68B41-F59D-CD46-A7EB-66FF1280F623}" type="parTrans" cxnId="{321440F4-88A1-4BB1-A2C3-3E7B335686C7}">
      <dgm:prSet/>
      <dgm:spPr/>
      <dgm:t>
        <a:bodyPr/>
        <a:lstStyle/>
        <a:p>
          <a:endParaRPr lang="en-US"/>
        </a:p>
      </dgm:t>
    </dgm:pt>
    <dgm:pt modelId="{6FD228F3-9BE9-0549-8CE1-43A979A4D372}" type="sibTrans" cxnId="{321440F4-88A1-4BB1-A2C3-3E7B335686C7}">
      <dgm:prSet/>
      <dgm:spPr/>
      <dgm:t>
        <a:bodyPr/>
        <a:lstStyle/>
        <a:p>
          <a:endParaRPr lang="en-US"/>
        </a:p>
      </dgm:t>
    </dgm:pt>
    <dgm:pt modelId="{9AF9893A-07EA-4F49-98C6-87E7B03A9BF5}" type="pres">
      <dgm:prSet presAssocID="{B2157276-0FEE-2842-9870-16BD9F554F7B}" presName="Name0" presStyleCnt="0">
        <dgm:presLayoutVars>
          <dgm:dir/>
          <dgm:animLvl val="lvl"/>
          <dgm:resizeHandles val="exact"/>
        </dgm:presLayoutVars>
      </dgm:prSet>
      <dgm:spPr/>
    </dgm:pt>
    <dgm:pt modelId="{968FA11A-0C61-8748-B352-3AC9216C1B45}" type="pres">
      <dgm:prSet presAssocID="{BAD7F2A7-5EAB-D643-8839-538B15BFCA30}" presName="linNode" presStyleCnt="0"/>
      <dgm:spPr/>
    </dgm:pt>
    <dgm:pt modelId="{13D029BD-C73F-BC47-B4FE-5E7ABE480F56}" type="pres">
      <dgm:prSet presAssocID="{BAD7F2A7-5EAB-D643-8839-538B15BFCA30}" presName="parentText" presStyleLbl="node1" presStyleIdx="0" presStyleCnt="4">
        <dgm:presLayoutVars>
          <dgm:chMax val="1"/>
          <dgm:bulletEnabled val="1"/>
        </dgm:presLayoutVars>
      </dgm:prSet>
      <dgm:spPr/>
    </dgm:pt>
    <dgm:pt modelId="{C3C783D4-966E-3942-85C4-5B56E8428584}" type="pres">
      <dgm:prSet presAssocID="{47B1A0F3-7688-414F-B223-CE9DDF27342D}" presName="sp" presStyleCnt="0"/>
      <dgm:spPr/>
    </dgm:pt>
    <dgm:pt modelId="{60051FC7-12D7-A44A-A67F-FEF8A87C3546}" type="pres">
      <dgm:prSet presAssocID="{9A5DB39C-65FE-694E-9675-EE033C0F71E5}" presName="linNode" presStyleCnt="0"/>
      <dgm:spPr/>
    </dgm:pt>
    <dgm:pt modelId="{886453A1-8101-8441-BC4A-3334462F6F2B}" type="pres">
      <dgm:prSet presAssocID="{9A5DB39C-65FE-694E-9675-EE033C0F71E5}" presName="parentText" presStyleLbl="node1" presStyleIdx="1" presStyleCnt="4">
        <dgm:presLayoutVars>
          <dgm:chMax val="1"/>
          <dgm:bulletEnabled val="1"/>
        </dgm:presLayoutVars>
      </dgm:prSet>
      <dgm:spPr/>
    </dgm:pt>
    <dgm:pt modelId="{CBEF8613-E397-9040-9C88-31ECD58646A0}" type="pres">
      <dgm:prSet presAssocID="{6FD228F3-9BE9-0549-8CE1-43A979A4D372}" presName="sp" presStyleCnt="0"/>
      <dgm:spPr/>
    </dgm:pt>
    <dgm:pt modelId="{86528166-BCDE-604E-B252-A3CA0339AB07}" type="pres">
      <dgm:prSet presAssocID="{2C0E30C7-2BE5-724A-9DCF-314BABD956DF}" presName="linNode" presStyleCnt="0"/>
      <dgm:spPr/>
    </dgm:pt>
    <dgm:pt modelId="{53535AF1-668E-3F45-8B0F-280599B9C8E9}" type="pres">
      <dgm:prSet presAssocID="{2C0E30C7-2BE5-724A-9DCF-314BABD956DF}" presName="parentText" presStyleLbl="node1" presStyleIdx="2" presStyleCnt="4">
        <dgm:presLayoutVars>
          <dgm:chMax val="1"/>
          <dgm:bulletEnabled val="1"/>
        </dgm:presLayoutVars>
      </dgm:prSet>
      <dgm:spPr/>
    </dgm:pt>
    <dgm:pt modelId="{08E11B9A-2565-4F42-A75B-80876C9038E3}" type="pres">
      <dgm:prSet presAssocID="{E543DF93-6989-3A43-9184-78900CF71B2E}" presName="sp" presStyleCnt="0"/>
      <dgm:spPr/>
    </dgm:pt>
    <dgm:pt modelId="{792F06B6-F86A-E147-8F77-E81E4ADDDF6B}" type="pres">
      <dgm:prSet presAssocID="{F3C2202C-7923-D843-B2C1-72DC42E26875}" presName="linNode" presStyleCnt="0"/>
      <dgm:spPr/>
    </dgm:pt>
    <dgm:pt modelId="{BEA7F135-5CB0-CA49-AD8C-A4E2FA0949D9}" type="pres">
      <dgm:prSet presAssocID="{F3C2202C-7923-D843-B2C1-72DC42E26875}" presName="parentText" presStyleLbl="node1" presStyleIdx="3" presStyleCnt="4">
        <dgm:presLayoutVars>
          <dgm:chMax val="1"/>
          <dgm:bulletEnabled val="1"/>
        </dgm:presLayoutVars>
      </dgm:prSet>
      <dgm:spPr/>
    </dgm:pt>
  </dgm:ptLst>
  <dgm:cxnLst>
    <dgm:cxn modelId="{FB9D5400-105C-9D4D-BF2C-6B1A09BB527C}" srcId="{B2157276-0FEE-2842-9870-16BD9F554F7B}" destId="{2C0E30C7-2BE5-724A-9DCF-314BABD956DF}" srcOrd="2" destOrd="0" parTransId="{CB975A8F-99F0-B246-A6A5-AD759AB7C850}" sibTransId="{E543DF93-6989-3A43-9184-78900CF71B2E}"/>
    <dgm:cxn modelId="{AE10D30D-0710-4777-A788-F1CCCFB50F96}" type="presOf" srcId="{2C0E30C7-2BE5-724A-9DCF-314BABD956DF}" destId="{53535AF1-668E-3F45-8B0F-280599B9C8E9}" srcOrd="0" destOrd="0" presId="urn:microsoft.com/office/officeart/2005/8/layout/vList5"/>
    <dgm:cxn modelId="{39BFBA1F-1D45-4845-B8C0-6DEA0799F1C9}" srcId="{B2157276-0FEE-2842-9870-16BD9F554F7B}" destId="{BAD7F2A7-5EAB-D643-8839-538B15BFCA30}" srcOrd="0" destOrd="0" parTransId="{D5BF38BD-0668-7241-88DF-6A73AD244370}" sibTransId="{47B1A0F3-7688-414F-B223-CE9DDF27342D}"/>
    <dgm:cxn modelId="{3E55F950-D58C-F84A-BAFF-DB49CBA913FD}" srcId="{B2157276-0FEE-2842-9870-16BD9F554F7B}" destId="{F3C2202C-7923-D843-B2C1-72DC42E26875}" srcOrd="3" destOrd="0" parTransId="{7CB38D4A-45D8-6B49-8551-F83DD8C86ACF}" sibTransId="{28E73314-667F-3F49-8A32-04FA673E07AA}"/>
    <dgm:cxn modelId="{204DBC5B-B88F-43E6-A1E5-ABC74267E95B}" type="presOf" srcId="{BAD7F2A7-5EAB-D643-8839-538B15BFCA30}" destId="{13D029BD-C73F-BC47-B4FE-5E7ABE480F56}" srcOrd="0" destOrd="0" presId="urn:microsoft.com/office/officeart/2005/8/layout/vList5"/>
    <dgm:cxn modelId="{0AA25792-03DC-4D00-9E1B-D3E971B205E2}" type="presOf" srcId="{B2157276-0FEE-2842-9870-16BD9F554F7B}" destId="{9AF9893A-07EA-4F49-98C6-87E7B03A9BF5}" srcOrd="0" destOrd="0" presId="urn:microsoft.com/office/officeart/2005/8/layout/vList5"/>
    <dgm:cxn modelId="{FE4B19C6-D37A-4F6E-9D48-171B9208227B}" type="presOf" srcId="{9A5DB39C-65FE-694E-9675-EE033C0F71E5}" destId="{886453A1-8101-8441-BC4A-3334462F6F2B}" srcOrd="0" destOrd="0" presId="urn:microsoft.com/office/officeart/2005/8/layout/vList5"/>
    <dgm:cxn modelId="{35F0ECEE-501E-4895-8898-E89505D0400D}" type="presOf" srcId="{F3C2202C-7923-D843-B2C1-72DC42E26875}" destId="{BEA7F135-5CB0-CA49-AD8C-A4E2FA0949D9}" srcOrd="0" destOrd="0" presId="urn:microsoft.com/office/officeart/2005/8/layout/vList5"/>
    <dgm:cxn modelId="{321440F4-88A1-4BB1-A2C3-3E7B335686C7}" srcId="{B2157276-0FEE-2842-9870-16BD9F554F7B}" destId="{9A5DB39C-65FE-694E-9675-EE033C0F71E5}" srcOrd="1" destOrd="0" parTransId="{F1D68B41-F59D-CD46-A7EB-66FF1280F623}" sibTransId="{6FD228F3-9BE9-0549-8CE1-43A979A4D372}"/>
    <dgm:cxn modelId="{94345218-0FFF-43BB-A74A-47817A77EFBE}" type="presParOf" srcId="{9AF9893A-07EA-4F49-98C6-87E7B03A9BF5}" destId="{968FA11A-0C61-8748-B352-3AC9216C1B45}" srcOrd="0" destOrd="0" presId="urn:microsoft.com/office/officeart/2005/8/layout/vList5"/>
    <dgm:cxn modelId="{21A436A3-1F67-4BBB-9EE7-F88E1DC7A682}" type="presParOf" srcId="{968FA11A-0C61-8748-B352-3AC9216C1B45}" destId="{13D029BD-C73F-BC47-B4FE-5E7ABE480F56}" srcOrd="0" destOrd="0" presId="urn:microsoft.com/office/officeart/2005/8/layout/vList5"/>
    <dgm:cxn modelId="{14F201D9-BDE1-4ADF-9C26-184D1E8E314B}" type="presParOf" srcId="{9AF9893A-07EA-4F49-98C6-87E7B03A9BF5}" destId="{C3C783D4-966E-3942-85C4-5B56E8428584}" srcOrd="1" destOrd="0" presId="urn:microsoft.com/office/officeart/2005/8/layout/vList5"/>
    <dgm:cxn modelId="{254F6173-7F2E-4B04-BD49-F7E348C8BE8C}" type="presParOf" srcId="{9AF9893A-07EA-4F49-98C6-87E7B03A9BF5}" destId="{60051FC7-12D7-A44A-A67F-FEF8A87C3546}" srcOrd="2" destOrd="0" presId="urn:microsoft.com/office/officeart/2005/8/layout/vList5"/>
    <dgm:cxn modelId="{0CE04B59-4FB0-46BA-A0F8-9F00A5160B38}" type="presParOf" srcId="{60051FC7-12D7-A44A-A67F-FEF8A87C3546}" destId="{886453A1-8101-8441-BC4A-3334462F6F2B}" srcOrd="0" destOrd="0" presId="urn:microsoft.com/office/officeart/2005/8/layout/vList5"/>
    <dgm:cxn modelId="{EF60A3E0-C006-4BE9-946D-31890791E206}" type="presParOf" srcId="{9AF9893A-07EA-4F49-98C6-87E7B03A9BF5}" destId="{CBEF8613-E397-9040-9C88-31ECD58646A0}" srcOrd="3" destOrd="0" presId="urn:microsoft.com/office/officeart/2005/8/layout/vList5"/>
    <dgm:cxn modelId="{74809009-CDAB-402F-AD6C-2D8A8EAE94B0}" type="presParOf" srcId="{9AF9893A-07EA-4F49-98C6-87E7B03A9BF5}" destId="{86528166-BCDE-604E-B252-A3CA0339AB07}" srcOrd="4" destOrd="0" presId="urn:microsoft.com/office/officeart/2005/8/layout/vList5"/>
    <dgm:cxn modelId="{2552E441-3E8B-479A-A0BA-340D1FED1FD0}" type="presParOf" srcId="{86528166-BCDE-604E-B252-A3CA0339AB07}" destId="{53535AF1-668E-3F45-8B0F-280599B9C8E9}" srcOrd="0" destOrd="0" presId="urn:microsoft.com/office/officeart/2005/8/layout/vList5"/>
    <dgm:cxn modelId="{3CCB744A-126E-4A4A-926F-630CDBB923CE}" type="presParOf" srcId="{9AF9893A-07EA-4F49-98C6-87E7B03A9BF5}" destId="{08E11B9A-2565-4F42-A75B-80876C9038E3}" srcOrd="5" destOrd="0" presId="urn:microsoft.com/office/officeart/2005/8/layout/vList5"/>
    <dgm:cxn modelId="{4DCE25E9-487A-49B8-B69F-FAAB60F7A036}" type="presParOf" srcId="{9AF9893A-07EA-4F49-98C6-87E7B03A9BF5}" destId="{792F06B6-F86A-E147-8F77-E81E4ADDDF6B}" srcOrd="6" destOrd="0" presId="urn:microsoft.com/office/officeart/2005/8/layout/vList5"/>
    <dgm:cxn modelId="{85C2B9AA-BD00-4147-9857-6DB177F87C36}" type="presParOf" srcId="{792F06B6-F86A-E147-8F77-E81E4ADDDF6B}" destId="{BEA7F135-5CB0-CA49-AD8C-A4E2FA0949D9}"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862DC5-3499-0647-9BE0-4BD69CE3A9C9}" type="doc">
      <dgm:prSet loTypeId="urn:microsoft.com/office/officeart/2009/3/layout/RandomtoResultProcess" loCatId="list" qsTypeId="urn:microsoft.com/office/officeart/2005/8/quickstyle/simple1" qsCatId="simple" csTypeId="urn:microsoft.com/office/officeart/2005/8/colors/accent1_2" csCatId="accent1"/>
      <dgm:spPr/>
      <dgm:t>
        <a:bodyPr/>
        <a:lstStyle/>
        <a:p>
          <a:endParaRPr lang="en-US"/>
        </a:p>
      </dgm:t>
    </dgm:pt>
    <dgm:pt modelId="{0C3D873E-26D3-AF4D-9F67-543CA44B39D4}">
      <dgm:prSet/>
      <dgm:spPr/>
      <dgm:t>
        <a:bodyPr/>
        <a:lstStyle/>
        <a:p>
          <a:r>
            <a:rPr lang="en-US"/>
            <a:t>Biography</a:t>
          </a:r>
        </a:p>
      </dgm:t>
    </dgm:pt>
    <dgm:pt modelId="{0A57524D-3161-8D4D-B9F2-085A215A1590}" type="parTrans" cxnId="{871455B6-808C-6944-8941-93C97A542797}">
      <dgm:prSet/>
      <dgm:spPr/>
      <dgm:t>
        <a:bodyPr/>
        <a:lstStyle/>
        <a:p>
          <a:endParaRPr lang="en-US"/>
        </a:p>
      </dgm:t>
    </dgm:pt>
    <dgm:pt modelId="{CFA3F210-94F2-754C-AAA2-5ED10C0BD878}" type="sibTrans" cxnId="{871455B6-808C-6944-8941-93C97A542797}">
      <dgm:prSet/>
      <dgm:spPr/>
      <dgm:t>
        <a:bodyPr/>
        <a:lstStyle/>
        <a:p>
          <a:endParaRPr lang="en-US"/>
        </a:p>
      </dgm:t>
    </dgm:pt>
    <dgm:pt modelId="{1FA5F2F4-1882-374E-938E-E2A882FE39B6}" type="pres">
      <dgm:prSet presAssocID="{54862DC5-3499-0647-9BE0-4BD69CE3A9C9}" presName="Name0" presStyleCnt="0">
        <dgm:presLayoutVars>
          <dgm:dir/>
          <dgm:animOne val="branch"/>
          <dgm:animLvl val="lvl"/>
        </dgm:presLayoutVars>
      </dgm:prSet>
      <dgm:spPr/>
    </dgm:pt>
    <dgm:pt modelId="{D3D9B7DA-D51B-C449-A87C-8AA7EE450226}" type="pres">
      <dgm:prSet presAssocID="{0C3D873E-26D3-AF4D-9F67-543CA44B39D4}" presName="chaos" presStyleCnt="0"/>
      <dgm:spPr/>
    </dgm:pt>
    <dgm:pt modelId="{EC1A2AFB-D5FB-7A47-9B6D-7A9B573DB7F4}" type="pres">
      <dgm:prSet presAssocID="{0C3D873E-26D3-AF4D-9F67-543CA44B39D4}" presName="parTx1" presStyleLbl="revTx" presStyleIdx="0" presStyleCnt="1"/>
      <dgm:spPr/>
    </dgm:pt>
    <dgm:pt modelId="{21B65260-0182-CF49-AAFE-71A22E81D6EB}" type="pres">
      <dgm:prSet presAssocID="{0C3D873E-26D3-AF4D-9F67-543CA44B39D4}" presName="c1" presStyleLbl="node1" presStyleIdx="0" presStyleCnt="18"/>
      <dgm:spPr/>
    </dgm:pt>
    <dgm:pt modelId="{28F45B2D-85B0-9F4A-A3AB-C411539A1E65}" type="pres">
      <dgm:prSet presAssocID="{0C3D873E-26D3-AF4D-9F67-543CA44B39D4}" presName="c2" presStyleLbl="node1" presStyleIdx="1" presStyleCnt="18"/>
      <dgm:spPr/>
    </dgm:pt>
    <dgm:pt modelId="{78DACEF0-8B92-CF49-A13D-B4426E641513}" type="pres">
      <dgm:prSet presAssocID="{0C3D873E-26D3-AF4D-9F67-543CA44B39D4}" presName="c3" presStyleLbl="node1" presStyleIdx="2" presStyleCnt="18"/>
      <dgm:spPr/>
    </dgm:pt>
    <dgm:pt modelId="{78931967-2B8B-724B-AF02-195F048F27BF}" type="pres">
      <dgm:prSet presAssocID="{0C3D873E-26D3-AF4D-9F67-543CA44B39D4}" presName="c4" presStyleLbl="node1" presStyleIdx="3" presStyleCnt="18"/>
      <dgm:spPr/>
    </dgm:pt>
    <dgm:pt modelId="{D9FE45D6-1533-F24A-A27C-425B62819553}" type="pres">
      <dgm:prSet presAssocID="{0C3D873E-26D3-AF4D-9F67-543CA44B39D4}" presName="c5" presStyleLbl="node1" presStyleIdx="4" presStyleCnt="18"/>
      <dgm:spPr/>
    </dgm:pt>
    <dgm:pt modelId="{86BF0932-F280-3F48-9CA3-6950AD73A54E}" type="pres">
      <dgm:prSet presAssocID="{0C3D873E-26D3-AF4D-9F67-543CA44B39D4}" presName="c6" presStyleLbl="node1" presStyleIdx="5" presStyleCnt="18"/>
      <dgm:spPr/>
    </dgm:pt>
    <dgm:pt modelId="{820E4425-947C-3C47-AA57-CEC43E733030}" type="pres">
      <dgm:prSet presAssocID="{0C3D873E-26D3-AF4D-9F67-543CA44B39D4}" presName="c7" presStyleLbl="node1" presStyleIdx="6" presStyleCnt="18"/>
      <dgm:spPr/>
    </dgm:pt>
    <dgm:pt modelId="{15C2847D-AB67-3043-A829-E7AFA41480EC}" type="pres">
      <dgm:prSet presAssocID="{0C3D873E-26D3-AF4D-9F67-543CA44B39D4}" presName="c8" presStyleLbl="node1" presStyleIdx="7" presStyleCnt="18"/>
      <dgm:spPr/>
    </dgm:pt>
    <dgm:pt modelId="{F2AE854D-F331-1045-A4E6-995800028C8E}" type="pres">
      <dgm:prSet presAssocID="{0C3D873E-26D3-AF4D-9F67-543CA44B39D4}" presName="c9" presStyleLbl="node1" presStyleIdx="8" presStyleCnt="18"/>
      <dgm:spPr/>
    </dgm:pt>
    <dgm:pt modelId="{4EE08846-B174-D440-8CAD-840CB832E19B}" type="pres">
      <dgm:prSet presAssocID="{0C3D873E-26D3-AF4D-9F67-543CA44B39D4}" presName="c10" presStyleLbl="node1" presStyleIdx="9" presStyleCnt="18"/>
      <dgm:spPr/>
    </dgm:pt>
    <dgm:pt modelId="{93ECFC03-9455-AC4A-8C34-37B2307535B3}" type="pres">
      <dgm:prSet presAssocID="{0C3D873E-26D3-AF4D-9F67-543CA44B39D4}" presName="c11" presStyleLbl="node1" presStyleIdx="10" presStyleCnt="18"/>
      <dgm:spPr/>
    </dgm:pt>
    <dgm:pt modelId="{770618A0-C8AA-2444-837E-BC7594B958C2}" type="pres">
      <dgm:prSet presAssocID="{0C3D873E-26D3-AF4D-9F67-543CA44B39D4}" presName="c12" presStyleLbl="node1" presStyleIdx="11" presStyleCnt="18"/>
      <dgm:spPr/>
    </dgm:pt>
    <dgm:pt modelId="{97CADEB3-FEC6-434C-B16C-D145A5A93682}" type="pres">
      <dgm:prSet presAssocID="{0C3D873E-26D3-AF4D-9F67-543CA44B39D4}" presName="c13" presStyleLbl="node1" presStyleIdx="12" presStyleCnt="18"/>
      <dgm:spPr/>
    </dgm:pt>
    <dgm:pt modelId="{9AFAA1DF-5479-1D46-9EA8-A0BDFEB84BFD}" type="pres">
      <dgm:prSet presAssocID="{0C3D873E-26D3-AF4D-9F67-543CA44B39D4}" presName="c14" presStyleLbl="node1" presStyleIdx="13" presStyleCnt="18"/>
      <dgm:spPr/>
    </dgm:pt>
    <dgm:pt modelId="{BC8A7369-24C6-E847-88EE-DFEE56BAC2D1}" type="pres">
      <dgm:prSet presAssocID="{0C3D873E-26D3-AF4D-9F67-543CA44B39D4}" presName="c15" presStyleLbl="node1" presStyleIdx="14" presStyleCnt="18"/>
      <dgm:spPr/>
    </dgm:pt>
    <dgm:pt modelId="{F3828184-A4E3-0E42-A24D-F9ACB4D48098}" type="pres">
      <dgm:prSet presAssocID="{0C3D873E-26D3-AF4D-9F67-543CA44B39D4}" presName="c16" presStyleLbl="node1" presStyleIdx="15" presStyleCnt="18"/>
      <dgm:spPr/>
    </dgm:pt>
    <dgm:pt modelId="{3F3191DE-6602-094F-A470-D76A82A58C0E}" type="pres">
      <dgm:prSet presAssocID="{0C3D873E-26D3-AF4D-9F67-543CA44B39D4}" presName="c17" presStyleLbl="node1" presStyleIdx="16" presStyleCnt="18"/>
      <dgm:spPr/>
    </dgm:pt>
    <dgm:pt modelId="{988E8EB2-0B8A-D54E-8E1F-B332874A11FE}" type="pres">
      <dgm:prSet presAssocID="{0C3D873E-26D3-AF4D-9F67-543CA44B39D4}" presName="c18" presStyleLbl="node1" presStyleIdx="17" presStyleCnt="18"/>
      <dgm:spPr/>
    </dgm:pt>
  </dgm:ptLst>
  <dgm:cxnLst>
    <dgm:cxn modelId="{B04E495A-4C4A-9F4F-9670-F7BAE80B5C5D}" type="presOf" srcId="{0C3D873E-26D3-AF4D-9F67-543CA44B39D4}" destId="{EC1A2AFB-D5FB-7A47-9B6D-7A9B573DB7F4}" srcOrd="0" destOrd="0" presId="urn:microsoft.com/office/officeart/2009/3/layout/RandomtoResultProcess"/>
    <dgm:cxn modelId="{871455B6-808C-6944-8941-93C97A542797}" srcId="{54862DC5-3499-0647-9BE0-4BD69CE3A9C9}" destId="{0C3D873E-26D3-AF4D-9F67-543CA44B39D4}" srcOrd="0" destOrd="0" parTransId="{0A57524D-3161-8D4D-B9F2-085A215A1590}" sibTransId="{CFA3F210-94F2-754C-AAA2-5ED10C0BD878}"/>
    <dgm:cxn modelId="{FA9F4DC3-14D3-C54F-901A-80683C7CF7B0}" type="presOf" srcId="{54862DC5-3499-0647-9BE0-4BD69CE3A9C9}" destId="{1FA5F2F4-1882-374E-938E-E2A882FE39B6}" srcOrd="0" destOrd="0" presId="urn:microsoft.com/office/officeart/2009/3/layout/RandomtoResultProcess"/>
    <dgm:cxn modelId="{2AF28BC2-BE4A-1847-B427-6E4693F08067}" type="presParOf" srcId="{1FA5F2F4-1882-374E-938E-E2A882FE39B6}" destId="{D3D9B7DA-D51B-C449-A87C-8AA7EE450226}" srcOrd="0" destOrd="0" presId="urn:microsoft.com/office/officeart/2009/3/layout/RandomtoResultProcess"/>
    <dgm:cxn modelId="{2927C4BC-A561-CC4B-ACE2-5F144420E99E}" type="presParOf" srcId="{D3D9B7DA-D51B-C449-A87C-8AA7EE450226}" destId="{EC1A2AFB-D5FB-7A47-9B6D-7A9B573DB7F4}" srcOrd="0" destOrd="0" presId="urn:microsoft.com/office/officeart/2009/3/layout/RandomtoResultProcess"/>
    <dgm:cxn modelId="{6E52169A-4BE3-944F-A824-26DF3F975FFE}" type="presParOf" srcId="{D3D9B7DA-D51B-C449-A87C-8AA7EE450226}" destId="{21B65260-0182-CF49-AAFE-71A22E81D6EB}" srcOrd="1" destOrd="0" presId="urn:microsoft.com/office/officeart/2009/3/layout/RandomtoResultProcess"/>
    <dgm:cxn modelId="{F1BA370E-7FEA-F745-9219-42CE018CF54A}" type="presParOf" srcId="{D3D9B7DA-D51B-C449-A87C-8AA7EE450226}" destId="{28F45B2D-85B0-9F4A-A3AB-C411539A1E65}" srcOrd="2" destOrd="0" presId="urn:microsoft.com/office/officeart/2009/3/layout/RandomtoResultProcess"/>
    <dgm:cxn modelId="{9C217C2B-976A-CA4A-AF21-596F6CF76A2E}" type="presParOf" srcId="{D3D9B7DA-D51B-C449-A87C-8AA7EE450226}" destId="{78DACEF0-8B92-CF49-A13D-B4426E641513}" srcOrd="3" destOrd="0" presId="urn:microsoft.com/office/officeart/2009/3/layout/RandomtoResultProcess"/>
    <dgm:cxn modelId="{908C9EFF-34F8-DE45-A40F-222266DBE035}" type="presParOf" srcId="{D3D9B7DA-D51B-C449-A87C-8AA7EE450226}" destId="{78931967-2B8B-724B-AF02-195F048F27BF}" srcOrd="4" destOrd="0" presId="urn:microsoft.com/office/officeart/2009/3/layout/RandomtoResultProcess"/>
    <dgm:cxn modelId="{F18B3336-2A7E-5D46-8498-787B7E40EE39}" type="presParOf" srcId="{D3D9B7DA-D51B-C449-A87C-8AA7EE450226}" destId="{D9FE45D6-1533-F24A-A27C-425B62819553}" srcOrd="5" destOrd="0" presId="urn:microsoft.com/office/officeart/2009/3/layout/RandomtoResultProcess"/>
    <dgm:cxn modelId="{51924815-DD8E-764D-951E-F5907E16538A}" type="presParOf" srcId="{D3D9B7DA-D51B-C449-A87C-8AA7EE450226}" destId="{86BF0932-F280-3F48-9CA3-6950AD73A54E}" srcOrd="6" destOrd="0" presId="urn:microsoft.com/office/officeart/2009/3/layout/RandomtoResultProcess"/>
    <dgm:cxn modelId="{43D10554-1CA7-DE43-AC23-38D5B9913DEF}" type="presParOf" srcId="{D3D9B7DA-D51B-C449-A87C-8AA7EE450226}" destId="{820E4425-947C-3C47-AA57-CEC43E733030}" srcOrd="7" destOrd="0" presId="urn:microsoft.com/office/officeart/2009/3/layout/RandomtoResultProcess"/>
    <dgm:cxn modelId="{FA29E5C6-0CED-1F4F-8C61-B22832D9E119}" type="presParOf" srcId="{D3D9B7DA-D51B-C449-A87C-8AA7EE450226}" destId="{15C2847D-AB67-3043-A829-E7AFA41480EC}" srcOrd="8" destOrd="0" presId="urn:microsoft.com/office/officeart/2009/3/layout/RandomtoResultProcess"/>
    <dgm:cxn modelId="{AAE11894-ED92-0C47-81D5-D8D317D87604}" type="presParOf" srcId="{D3D9B7DA-D51B-C449-A87C-8AA7EE450226}" destId="{F2AE854D-F331-1045-A4E6-995800028C8E}" srcOrd="9" destOrd="0" presId="urn:microsoft.com/office/officeart/2009/3/layout/RandomtoResultProcess"/>
    <dgm:cxn modelId="{7F98B3B3-7B30-3545-AB57-B2EC2ABC6FBB}" type="presParOf" srcId="{D3D9B7DA-D51B-C449-A87C-8AA7EE450226}" destId="{4EE08846-B174-D440-8CAD-840CB832E19B}" srcOrd="10" destOrd="0" presId="urn:microsoft.com/office/officeart/2009/3/layout/RandomtoResultProcess"/>
    <dgm:cxn modelId="{A4697CE0-C48A-954A-A0C7-3D96D6597CC6}" type="presParOf" srcId="{D3D9B7DA-D51B-C449-A87C-8AA7EE450226}" destId="{93ECFC03-9455-AC4A-8C34-37B2307535B3}" srcOrd="11" destOrd="0" presId="urn:microsoft.com/office/officeart/2009/3/layout/RandomtoResultProcess"/>
    <dgm:cxn modelId="{33BDFF65-C187-FB4C-BE75-1EEFE44B5603}" type="presParOf" srcId="{D3D9B7DA-D51B-C449-A87C-8AA7EE450226}" destId="{770618A0-C8AA-2444-837E-BC7594B958C2}" srcOrd="12" destOrd="0" presId="urn:microsoft.com/office/officeart/2009/3/layout/RandomtoResultProcess"/>
    <dgm:cxn modelId="{5562DA86-30FA-894F-B119-91CC5F2BCEA0}" type="presParOf" srcId="{D3D9B7DA-D51B-C449-A87C-8AA7EE450226}" destId="{97CADEB3-FEC6-434C-B16C-D145A5A93682}" srcOrd="13" destOrd="0" presId="urn:microsoft.com/office/officeart/2009/3/layout/RandomtoResultProcess"/>
    <dgm:cxn modelId="{EF955151-BBCE-594D-A951-1A5DF93B5D33}" type="presParOf" srcId="{D3D9B7DA-D51B-C449-A87C-8AA7EE450226}" destId="{9AFAA1DF-5479-1D46-9EA8-A0BDFEB84BFD}" srcOrd="14" destOrd="0" presId="urn:microsoft.com/office/officeart/2009/3/layout/RandomtoResultProcess"/>
    <dgm:cxn modelId="{28A99D79-617D-104F-BD9F-A0BE22D2E031}" type="presParOf" srcId="{D3D9B7DA-D51B-C449-A87C-8AA7EE450226}" destId="{BC8A7369-24C6-E847-88EE-DFEE56BAC2D1}" srcOrd="15" destOrd="0" presId="urn:microsoft.com/office/officeart/2009/3/layout/RandomtoResultProcess"/>
    <dgm:cxn modelId="{AE3B2CD9-183D-FA40-8B14-1EC28CEC8A56}" type="presParOf" srcId="{D3D9B7DA-D51B-C449-A87C-8AA7EE450226}" destId="{F3828184-A4E3-0E42-A24D-F9ACB4D48098}" srcOrd="16" destOrd="0" presId="urn:microsoft.com/office/officeart/2009/3/layout/RandomtoResultProcess"/>
    <dgm:cxn modelId="{B4BD7C5E-8B67-214A-81E6-08488DD9422F}" type="presParOf" srcId="{D3D9B7DA-D51B-C449-A87C-8AA7EE450226}" destId="{3F3191DE-6602-094F-A470-D76A82A58C0E}" srcOrd="17" destOrd="0" presId="urn:microsoft.com/office/officeart/2009/3/layout/RandomtoResultProcess"/>
    <dgm:cxn modelId="{8F6B95D9-DD67-1442-BAB7-9287E3029FF4}" type="presParOf" srcId="{D3D9B7DA-D51B-C449-A87C-8AA7EE450226}" destId="{988E8EB2-0B8A-D54E-8E1F-B332874A11FE}" srcOrd="18" destOrd="0" presId="urn:microsoft.com/office/officeart/2009/3/layout/RandomtoResultProces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967B01-C0C1-2648-8452-CFCCA292547E}" type="doc">
      <dgm:prSet loTypeId="urn:microsoft.com/office/officeart/2005/8/layout/vList2" loCatId="list" qsTypeId="urn:microsoft.com/office/officeart/2005/8/quickstyle/simple3" qsCatId="simple" csTypeId="urn:microsoft.com/office/officeart/2005/8/colors/accent0_3" csCatId="mainScheme"/>
      <dgm:spPr/>
      <dgm:t>
        <a:bodyPr/>
        <a:lstStyle/>
        <a:p>
          <a:endParaRPr lang="en-US"/>
        </a:p>
      </dgm:t>
    </dgm:pt>
    <dgm:pt modelId="{172E38DF-1320-2C40-8C6D-800962B4ED29}">
      <dgm:prSet/>
      <dgm:spPr/>
      <dgm:t>
        <a:bodyPr/>
        <a:lstStyle/>
        <a:p>
          <a:r>
            <a:rPr lang="en-US"/>
            <a:t>Contribution</a:t>
          </a:r>
        </a:p>
      </dgm:t>
    </dgm:pt>
    <dgm:pt modelId="{C4EB93A3-A0D8-BB43-A155-33C060DC5862}" type="parTrans" cxnId="{9336AE1F-FF5A-E84F-8CF1-2570D4643459}">
      <dgm:prSet/>
      <dgm:spPr/>
      <dgm:t>
        <a:bodyPr/>
        <a:lstStyle/>
        <a:p>
          <a:endParaRPr lang="en-US"/>
        </a:p>
      </dgm:t>
    </dgm:pt>
    <dgm:pt modelId="{24EAE374-ED27-D543-8807-708FF29B35EB}" type="sibTrans" cxnId="{9336AE1F-FF5A-E84F-8CF1-2570D4643459}">
      <dgm:prSet/>
      <dgm:spPr/>
      <dgm:t>
        <a:bodyPr/>
        <a:lstStyle/>
        <a:p>
          <a:endParaRPr lang="en-US"/>
        </a:p>
      </dgm:t>
    </dgm:pt>
    <dgm:pt modelId="{603DD136-801F-6B43-9E6B-18AA05D88B61}" type="pres">
      <dgm:prSet presAssocID="{F6967B01-C0C1-2648-8452-CFCCA292547E}" presName="linear" presStyleCnt="0">
        <dgm:presLayoutVars>
          <dgm:animLvl val="lvl"/>
          <dgm:resizeHandles val="exact"/>
        </dgm:presLayoutVars>
      </dgm:prSet>
      <dgm:spPr/>
    </dgm:pt>
    <dgm:pt modelId="{E83CB96D-0EB3-BB45-9691-956D4384A4E0}" type="pres">
      <dgm:prSet presAssocID="{172E38DF-1320-2C40-8C6D-800962B4ED29}" presName="parentText" presStyleLbl="node1" presStyleIdx="0" presStyleCnt="1">
        <dgm:presLayoutVars>
          <dgm:chMax val="0"/>
          <dgm:bulletEnabled val="1"/>
        </dgm:presLayoutVars>
      </dgm:prSet>
      <dgm:spPr/>
    </dgm:pt>
  </dgm:ptLst>
  <dgm:cxnLst>
    <dgm:cxn modelId="{9336AE1F-FF5A-E84F-8CF1-2570D4643459}" srcId="{F6967B01-C0C1-2648-8452-CFCCA292547E}" destId="{172E38DF-1320-2C40-8C6D-800962B4ED29}" srcOrd="0" destOrd="0" parTransId="{C4EB93A3-A0D8-BB43-A155-33C060DC5862}" sibTransId="{24EAE374-ED27-D543-8807-708FF29B35EB}"/>
    <dgm:cxn modelId="{B9022D4D-4792-F444-8FCF-ED775706B685}" type="presOf" srcId="{172E38DF-1320-2C40-8C6D-800962B4ED29}" destId="{E83CB96D-0EB3-BB45-9691-956D4384A4E0}" srcOrd="0" destOrd="0" presId="urn:microsoft.com/office/officeart/2005/8/layout/vList2"/>
    <dgm:cxn modelId="{2C8933D9-5576-074C-B272-B42EE179D7F6}" type="presOf" srcId="{F6967B01-C0C1-2648-8452-CFCCA292547E}" destId="{603DD136-801F-6B43-9E6B-18AA05D88B61}" srcOrd="0" destOrd="0" presId="urn:microsoft.com/office/officeart/2005/8/layout/vList2"/>
    <dgm:cxn modelId="{AC5B5C03-CE62-F642-A49C-9655F8665806}" type="presParOf" srcId="{603DD136-801F-6B43-9E6B-18AA05D88B61}" destId="{E83CB96D-0EB3-BB45-9691-956D4384A4E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E2D4BEF-B9C3-9640-ADEE-7DF41E6F4206}"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0DC45B1F-8955-4849-B436-C01F867D435E}">
      <dgm:prSet/>
      <dgm:spPr/>
      <dgm:t>
        <a:bodyPr/>
        <a:lstStyle/>
        <a:p>
          <a:r>
            <a:rPr lang="en-US"/>
            <a:t>Studied computer programming</a:t>
          </a:r>
        </a:p>
      </dgm:t>
    </dgm:pt>
    <dgm:pt modelId="{955C29B3-E13A-B243-9FB7-C30D75627BCC}" type="parTrans" cxnId="{3E793C88-0C02-004C-A242-94768937910F}">
      <dgm:prSet/>
      <dgm:spPr/>
      <dgm:t>
        <a:bodyPr/>
        <a:lstStyle/>
        <a:p>
          <a:endParaRPr lang="en-US"/>
        </a:p>
      </dgm:t>
    </dgm:pt>
    <dgm:pt modelId="{0514384E-B3E6-4A47-AB0D-AA3E8166B7EB}" type="sibTrans" cxnId="{3E793C88-0C02-004C-A242-94768937910F}">
      <dgm:prSet/>
      <dgm:spPr/>
      <dgm:t>
        <a:bodyPr/>
        <a:lstStyle/>
        <a:p>
          <a:endParaRPr lang="en-US"/>
        </a:p>
      </dgm:t>
    </dgm:pt>
    <dgm:pt modelId="{12DF79C1-2C58-6640-9015-6AAB121C0004}">
      <dgm:prSet/>
      <dgm:spPr/>
      <dgm:t>
        <a:bodyPr/>
        <a:lstStyle/>
        <a:p>
          <a:r>
            <a:rPr lang="en-US"/>
            <a:t>Joined the IBM full time</a:t>
          </a:r>
        </a:p>
      </dgm:t>
    </dgm:pt>
    <dgm:pt modelId="{25530E50-9405-1A48-BE34-2ABF69A9240D}" type="parTrans" cxnId="{E27B8E70-5F0D-4243-9AF0-AFA99A23C636}">
      <dgm:prSet/>
      <dgm:spPr/>
      <dgm:t>
        <a:bodyPr/>
        <a:lstStyle/>
        <a:p>
          <a:endParaRPr lang="en-US"/>
        </a:p>
      </dgm:t>
    </dgm:pt>
    <dgm:pt modelId="{F72A1824-C6EC-854A-85C2-6C0ED44BA9B2}" type="sibTrans" cxnId="{E27B8E70-5F0D-4243-9AF0-AFA99A23C636}">
      <dgm:prSet/>
      <dgm:spPr/>
      <dgm:t>
        <a:bodyPr/>
        <a:lstStyle/>
        <a:p>
          <a:endParaRPr lang="en-US"/>
        </a:p>
      </dgm:t>
    </dgm:pt>
    <dgm:pt modelId="{4F512556-DEC5-2D4F-B7B2-8E02C8773A3F}">
      <dgm:prSet/>
      <dgm:spPr/>
      <dgm:t>
        <a:bodyPr/>
        <a:lstStyle/>
        <a:p>
          <a:r>
            <a:rPr lang="en-US"/>
            <a:t>Developed home page</a:t>
          </a:r>
        </a:p>
      </dgm:t>
    </dgm:pt>
    <dgm:pt modelId="{340B375E-F663-BC40-8310-7C6257DCECFC}" type="parTrans" cxnId="{9BFD4C26-876B-B747-8DA2-A8B4F7D12BF3}">
      <dgm:prSet/>
      <dgm:spPr/>
      <dgm:t>
        <a:bodyPr/>
        <a:lstStyle/>
        <a:p>
          <a:endParaRPr lang="en-US"/>
        </a:p>
      </dgm:t>
    </dgm:pt>
    <dgm:pt modelId="{44BE4AE0-009C-5F44-A8D3-114280C9D19F}" type="sibTrans" cxnId="{9BFD4C26-876B-B747-8DA2-A8B4F7D12BF3}">
      <dgm:prSet/>
      <dgm:spPr/>
      <dgm:t>
        <a:bodyPr/>
        <a:lstStyle/>
        <a:p>
          <a:endParaRPr lang="en-US"/>
        </a:p>
      </dgm:t>
    </dgm:pt>
    <dgm:pt modelId="{FB03FD06-B5B9-B342-9E3C-1014139E1C18}">
      <dgm:prSet/>
      <dgm:spPr/>
      <dgm:t>
        <a:bodyPr/>
        <a:lstStyle/>
        <a:p>
          <a:r>
            <a:rPr lang="en-US"/>
            <a:t>Developed screen readers and voice-based web technology</a:t>
          </a:r>
        </a:p>
      </dgm:t>
    </dgm:pt>
    <dgm:pt modelId="{8203AABA-9920-B940-88EC-F712B54308C0}" type="parTrans" cxnId="{DD56C4BD-4D5D-354B-AE8A-F9F6D318A1DC}">
      <dgm:prSet/>
      <dgm:spPr/>
      <dgm:t>
        <a:bodyPr/>
        <a:lstStyle/>
        <a:p>
          <a:endParaRPr lang="en-US"/>
        </a:p>
      </dgm:t>
    </dgm:pt>
    <dgm:pt modelId="{A076CD92-DD03-1B4E-BC8E-191F0C59894C}" type="sibTrans" cxnId="{DD56C4BD-4D5D-354B-AE8A-F9F6D318A1DC}">
      <dgm:prSet/>
      <dgm:spPr/>
      <dgm:t>
        <a:bodyPr/>
        <a:lstStyle/>
        <a:p>
          <a:endParaRPr lang="en-US"/>
        </a:p>
      </dgm:t>
    </dgm:pt>
    <dgm:pt modelId="{E2E6BC38-3C3E-CD4F-AA4E-D0E7F6B2C97C}">
      <dgm:prSet/>
      <dgm:spPr/>
      <dgm:t>
        <a:bodyPr/>
        <a:lstStyle/>
        <a:p>
          <a:r>
            <a:rPr lang="en-US"/>
            <a:t>Major impact world-wide</a:t>
          </a:r>
        </a:p>
      </dgm:t>
    </dgm:pt>
    <dgm:pt modelId="{1CBCC362-3929-D446-956A-241A2C3FE0D8}" type="parTrans" cxnId="{E632D6FD-380A-F34B-8CB0-898E79AA453F}">
      <dgm:prSet/>
      <dgm:spPr/>
      <dgm:t>
        <a:bodyPr/>
        <a:lstStyle/>
        <a:p>
          <a:endParaRPr lang="en-US"/>
        </a:p>
      </dgm:t>
    </dgm:pt>
    <dgm:pt modelId="{6F7B1923-1A0D-4D44-823B-123A228ADA09}" type="sibTrans" cxnId="{E632D6FD-380A-F34B-8CB0-898E79AA453F}">
      <dgm:prSet/>
      <dgm:spPr/>
      <dgm:t>
        <a:bodyPr/>
        <a:lstStyle/>
        <a:p>
          <a:endParaRPr lang="en-US"/>
        </a:p>
      </dgm:t>
    </dgm:pt>
    <dgm:pt modelId="{F93B51C8-6E72-5740-B990-7DFDE604B941}" type="pres">
      <dgm:prSet presAssocID="{BE2D4BEF-B9C3-9640-ADEE-7DF41E6F4206}" presName="linear" presStyleCnt="0">
        <dgm:presLayoutVars>
          <dgm:dir/>
          <dgm:animLvl val="lvl"/>
          <dgm:resizeHandles val="exact"/>
        </dgm:presLayoutVars>
      </dgm:prSet>
      <dgm:spPr/>
    </dgm:pt>
    <dgm:pt modelId="{B21BDF0C-5751-934B-AF50-406F7EA4AAFD}" type="pres">
      <dgm:prSet presAssocID="{0DC45B1F-8955-4849-B436-C01F867D435E}" presName="parentLin" presStyleCnt="0"/>
      <dgm:spPr/>
    </dgm:pt>
    <dgm:pt modelId="{A84FED10-4896-E74A-AE6B-8FE24A954C03}" type="pres">
      <dgm:prSet presAssocID="{0DC45B1F-8955-4849-B436-C01F867D435E}" presName="parentLeftMargin" presStyleLbl="node1" presStyleIdx="0" presStyleCnt="5"/>
      <dgm:spPr/>
    </dgm:pt>
    <dgm:pt modelId="{A80028D2-88EF-BE40-885E-CDA186737630}" type="pres">
      <dgm:prSet presAssocID="{0DC45B1F-8955-4849-B436-C01F867D435E}" presName="parentText" presStyleLbl="node1" presStyleIdx="0" presStyleCnt="5">
        <dgm:presLayoutVars>
          <dgm:chMax val="0"/>
          <dgm:bulletEnabled val="1"/>
        </dgm:presLayoutVars>
      </dgm:prSet>
      <dgm:spPr/>
    </dgm:pt>
    <dgm:pt modelId="{22E3F986-795A-6840-B50C-C4F45C663365}" type="pres">
      <dgm:prSet presAssocID="{0DC45B1F-8955-4849-B436-C01F867D435E}" presName="negativeSpace" presStyleCnt="0"/>
      <dgm:spPr/>
    </dgm:pt>
    <dgm:pt modelId="{FFEBA22C-3F5F-E84B-87AD-42A7E4902896}" type="pres">
      <dgm:prSet presAssocID="{0DC45B1F-8955-4849-B436-C01F867D435E}" presName="childText" presStyleLbl="conFgAcc1" presStyleIdx="0" presStyleCnt="5">
        <dgm:presLayoutVars>
          <dgm:bulletEnabled val="1"/>
        </dgm:presLayoutVars>
      </dgm:prSet>
      <dgm:spPr/>
    </dgm:pt>
    <dgm:pt modelId="{766376FA-9FEB-1A46-A913-F4CE86E50217}" type="pres">
      <dgm:prSet presAssocID="{0514384E-B3E6-4A47-AB0D-AA3E8166B7EB}" presName="spaceBetweenRectangles" presStyleCnt="0"/>
      <dgm:spPr/>
    </dgm:pt>
    <dgm:pt modelId="{7D1C7C86-CC31-894E-9C8C-0B10E741CD1C}" type="pres">
      <dgm:prSet presAssocID="{12DF79C1-2C58-6640-9015-6AAB121C0004}" presName="parentLin" presStyleCnt="0"/>
      <dgm:spPr/>
    </dgm:pt>
    <dgm:pt modelId="{46E1B600-A743-7843-8A9D-E4823A570B46}" type="pres">
      <dgm:prSet presAssocID="{12DF79C1-2C58-6640-9015-6AAB121C0004}" presName="parentLeftMargin" presStyleLbl="node1" presStyleIdx="0" presStyleCnt="5"/>
      <dgm:spPr/>
    </dgm:pt>
    <dgm:pt modelId="{FD6D7436-4D65-584D-9121-97D35A8F9EEF}" type="pres">
      <dgm:prSet presAssocID="{12DF79C1-2C58-6640-9015-6AAB121C0004}" presName="parentText" presStyleLbl="node1" presStyleIdx="1" presStyleCnt="5">
        <dgm:presLayoutVars>
          <dgm:chMax val="0"/>
          <dgm:bulletEnabled val="1"/>
        </dgm:presLayoutVars>
      </dgm:prSet>
      <dgm:spPr/>
    </dgm:pt>
    <dgm:pt modelId="{8F602414-909D-1D45-ADFA-C11AF2DDACA0}" type="pres">
      <dgm:prSet presAssocID="{12DF79C1-2C58-6640-9015-6AAB121C0004}" presName="negativeSpace" presStyleCnt="0"/>
      <dgm:spPr/>
    </dgm:pt>
    <dgm:pt modelId="{C48D9E59-4CF2-8440-9696-C0B6D943A547}" type="pres">
      <dgm:prSet presAssocID="{12DF79C1-2C58-6640-9015-6AAB121C0004}" presName="childText" presStyleLbl="conFgAcc1" presStyleIdx="1" presStyleCnt="5">
        <dgm:presLayoutVars>
          <dgm:bulletEnabled val="1"/>
        </dgm:presLayoutVars>
      </dgm:prSet>
      <dgm:spPr/>
    </dgm:pt>
    <dgm:pt modelId="{10C7BD91-994D-ED41-9408-462097B5A8E4}" type="pres">
      <dgm:prSet presAssocID="{F72A1824-C6EC-854A-85C2-6C0ED44BA9B2}" presName="spaceBetweenRectangles" presStyleCnt="0"/>
      <dgm:spPr/>
    </dgm:pt>
    <dgm:pt modelId="{82054E70-3545-CC44-B862-90D44FC8B296}" type="pres">
      <dgm:prSet presAssocID="{4F512556-DEC5-2D4F-B7B2-8E02C8773A3F}" presName="parentLin" presStyleCnt="0"/>
      <dgm:spPr/>
    </dgm:pt>
    <dgm:pt modelId="{480CE286-8183-7B49-93F6-77F1C394F096}" type="pres">
      <dgm:prSet presAssocID="{4F512556-DEC5-2D4F-B7B2-8E02C8773A3F}" presName="parentLeftMargin" presStyleLbl="node1" presStyleIdx="1" presStyleCnt="5"/>
      <dgm:spPr/>
    </dgm:pt>
    <dgm:pt modelId="{BF0E5A32-42E7-424B-B661-CCF1D0066A8B}" type="pres">
      <dgm:prSet presAssocID="{4F512556-DEC5-2D4F-B7B2-8E02C8773A3F}" presName="parentText" presStyleLbl="node1" presStyleIdx="2" presStyleCnt="5">
        <dgm:presLayoutVars>
          <dgm:chMax val="0"/>
          <dgm:bulletEnabled val="1"/>
        </dgm:presLayoutVars>
      </dgm:prSet>
      <dgm:spPr/>
    </dgm:pt>
    <dgm:pt modelId="{DB7CB153-FA24-064B-A03E-395DC520BF75}" type="pres">
      <dgm:prSet presAssocID="{4F512556-DEC5-2D4F-B7B2-8E02C8773A3F}" presName="negativeSpace" presStyleCnt="0"/>
      <dgm:spPr/>
    </dgm:pt>
    <dgm:pt modelId="{11E9C5F6-5BFF-F049-85CC-7E644E75B372}" type="pres">
      <dgm:prSet presAssocID="{4F512556-DEC5-2D4F-B7B2-8E02C8773A3F}" presName="childText" presStyleLbl="conFgAcc1" presStyleIdx="2" presStyleCnt="5">
        <dgm:presLayoutVars>
          <dgm:bulletEnabled val="1"/>
        </dgm:presLayoutVars>
      </dgm:prSet>
      <dgm:spPr/>
    </dgm:pt>
    <dgm:pt modelId="{55B81360-232B-114B-B53D-37B44B04E4D6}" type="pres">
      <dgm:prSet presAssocID="{44BE4AE0-009C-5F44-A8D3-114280C9D19F}" presName="spaceBetweenRectangles" presStyleCnt="0"/>
      <dgm:spPr/>
    </dgm:pt>
    <dgm:pt modelId="{0C1F440A-F550-DC4C-842B-3A4699148C2B}" type="pres">
      <dgm:prSet presAssocID="{FB03FD06-B5B9-B342-9E3C-1014139E1C18}" presName="parentLin" presStyleCnt="0"/>
      <dgm:spPr/>
    </dgm:pt>
    <dgm:pt modelId="{C68DC5D8-4EF0-614A-AC2A-48AB2902DD27}" type="pres">
      <dgm:prSet presAssocID="{FB03FD06-B5B9-B342-9E3C-1014139E1C18}" presName="parentLeftMargin" presStyleLbl="node1" presStyleIdx="2" presStyleCnt="5"/>
      <dgm:spPr/>
    </dgm:pt>
    <dgm:pt modelId="{34AD9A98-4CA9-154D-8560-6A26B8A2A620}" type="pres">
      <dgm:prSet presAssocID="{FB03FD06-B5B9-B342-9E3C-1014139E1C18}" presName="parentText" presStyleLbl="node1" presStyleIdx="3" presStyleCnt="5">
        <dgm:presLayoutVars>
          <dgm:chMax val="0"/>
          <dgm:bulletEnabled val="1"/>
        </dgm:presLayoutVars>
      </dgm:prSet>
      <dgm:spPr/>
    </dgm:pt>
    <dgm:pt modelId="{F902532B-140D-CC48-8A98-A406A1283392}" type="pres">
      <dgm:prSet presAssocID="{FB03FD06-B5B9-B342-9E3C-1014139E1C18}" presName="negativeSpace" presStyleCnt="0"/>
      <dgm:spPr/>
    </dgm:pt>
    <dgm:pt modelId="{E6D42CDD-3C28-0948-A88C-245CC6F821CB}" type="pres">
      <dgm:prSet presAssocID="{FB03FD06-B5B9-B342-9E3C-1014139E1C18}" presName="childText" presStyleLbl="conFgAcc1" presStyleIdx="3" presStyleCnt="5">
        <dgm:presLayoutVars>
          <dgm:bulletEnabled val="1"/>
        </dgm:presLayoutVars>
      </dgm:prSet>
      <dgm:spPr/>
    </dgm:pt>
    <dgm:pt modelId="{04357E9E-6B35-E447-ACB4-929F4E237034}" type="pres">
      <dgm:prSet presAssocID="{A076CD92-DD03-1B4E-BC8E-191F0C59894C}" presName="spaceBetweenRectangles" presStyleCnt="0"/>
      <dgm:spPr/>
    </dgm:pt>
    <dgm:pt modelId="{C15ECC67-A776-704F-9BBE-19EFE84E7EAE}" type="pres">
      <dgm:prSet presAssocID="{E2E6BC38-3C3E-CD4F-AA4E-D0E7F6B2C97C}" presName="parentLin" presStyleCnt="0"/>
      <dgm:spPr/>
    </dgm:pt>
    <dgm:pt modelId="{34BB5B30-D839-AF44-BE41-47B4245C760E}" type="pres">
      <dgm:prSet presAssocID="{E2E6BC38-3C3E-CD4F-AA4E-D0E7F6B2C97C}" presName="parentLeftMargin" presStyleLbl="node1" presStyleIdx="3" presStyleCnt="5"/>
      <dgm:spPr/>
    </dgm:pt>
    <dgm:pt modelId="{E906C1E5-636A-464B-98AF-63786364F62A}" type="pres">
      <dgm:prSet presAssocID="{E2E6BC38-3C3E-CD4F-AA4E-D0E7F6B2C97C}" presName="parentText" presStyleLbl="node1" presStyleIdx="4" presStyleCnt="5">
        <dgm:presLayoutVars>
          <dgm:chMax val="0"/>
          <dgm:bulletEnabled val="1"/>
        </dgm:presLayoutVars>
      </dgm:prSet>
      <dgm:spPr/>
    </dgm:pt>
    <dgm:pt modelId="{27242B78-8C56-F64A-A735-CB1E76DE5129}" type="pres">
      <dgm:prSet presAssocID="{E2E6BC38-3C3E-CD4F-AA4E-D0E7F6B2C97C}" presName="negativeSpace" presStyleCnt="0"/>
      <dgm:spPr/>
    </dgm:pt>
    <dgm:pt modelId="{31EC73F8-94F9-564D-B6AB-071295A9BA47}" type="pres">
      <dgm:prSet presAssocID="{E2E6BC38-3C3E-CD4F-AA4E-D0E7F6B2C97C}" presName="childText" presStyleLbl="conFgAcc1" presStyleIdx="4" presStyleCnt="5">
        <dgm:presLayoutVars>
          <dgm:bulletEnabled val="1"/>
        </dgm:presLayoutVars>
      </dgm:prSet>
      <dgm:spPr/>
    </dgm:pt>
  </dgm:ptLst>
  <dgm:cxnLst>
    <dgm:cxn modelId="{9BFD4C26-876B-B747-8DA2-A8B4F7D12BF3}" srcId="{BE2D4BEF-B9C3-9640-ADEE-7DF41E6F4206}" destId="{4F512556-DEC5-2D4F-B7B2-8E02C8773A3F}" srcOrd="2" destOrd="0" parTransId="{340B375E-F663-BC40-8310-7C6257DCECFC}" sibTransId="{44BE4AE0-009C-5F44-A8D3-114280C9D19F}"/>
    <dgm:cxn modelId="{DCE1C039-B500-FF4A-A2E4-1DEFFFEDF146}" type="presOf" srcId="{E2E6BC38-3C3E-CD4F-AA4E-D0E7F6B2C97C}" destId="{34BB5B30-D839-AF44-BE41-47B4245C760E}" srcOrd="0" destOrd="0" presId="urn:microsoft.com/office/officeart/2005/8/layout/list1"/>
    <dgm:cxn modelId="{6BBE5F40-3054-CA42-97EC-0E87BEEB8537}" type="presOf" srcId="{4F512556-DEC5-2D4F-B7B2-8E02C8773A3F}" destId="{BF0E5A32-42E7-424B-B661-CCF1D0066A8B}" srcOrd="1" destOrd="0" presId="urn:microsoft.com/office/officeart/2005/8/layout/list1"/>
    <dgm:cxn modelId="{4719CA4B-02BA-0D45-BC90-327A6F267FC6}" type="presOf" srcId="{12DF79C1-2C58-6640-9015-6AAB121C0004}" destId="{FD6D7436-4D65-584D-9121-97D35A8F9EEF}" srcOrd="1" destOrd="0" presId="urn:microsoft.com/office/officeart/2005/8/layout/list1"/>
    <dgm:cxn modelId="{94995453-3BF4-C745-9100-AEE81B111BF6}" type="presOf" srcId="{0DC45B1F-8955-4849-B436-C01F867D435E}" destId="{A80028D2-88EF-BE40-885E-CDA186737630}" srcOrd="1" destOrd="0" presId="urn:microsoft.com/office/officeart/2005/8/layout/list1"/>
    <dgm:cxn modelId="{39D9725F-F005-6341-9199-CA2260F09248}" type="presOf" srcId="{12DF79C1-2C58-6640-9015-6AAB121C0004}" destId="{46E1B600-A743-7843-8A9D-E4823A570B46}" srcOrd="0" destOrd="0" presId="urn:microsoft.com/office/officeart/2005/8/layout/list1"/>
    <dgm:cxn modelId="{E27B8E70-5F0D-4243-9AF0-AFA99A23C636}" srcId="{BE2D4BEF-B9C3-9640-ADEE-7DF41E6F4206}" destId="{12DF79C1-2C58-6640-9015-6AAB121C0004}" srcOrd="1" destOrd="0" parTransId="{25530E50-9405-1A48-BE34-2ABF69A9240D}" sibTransId="{F72A1824-C6EC-854A-85C2-6C0ED44BA9B2}"/>
    <dgm:cxn modelId="{3E793C88-0C02-004C-A242-94768937910F}" srcId="{BE2D4BEF-B9C3-9640-ADEE-7DF41E6F4206}" destId="{0DC45B1F-8955-4849-B436-C01F867D435E}" srcOrd="0" destOrd="0" parTransId="{955C29B3-E13A-B243-9FB7-C30D75627BCC}" sibTransId="{0514384E-B3E6-4A47-AB0D-AA3E8166B7EB}"/>
    <dgm:cxn modelId="{E8FDC98F-D591-9E44-BCBD-6D305E2C8EB9}" type="presOf" srcId="{0DC45B1F-8955-4849-B436-C01F867D435E}" destId="{A84FED10-4896-E74A-AE6B-8FE24A954C03}" srcOrd="0" destOrd="0" presId="urn:microsoft.com/office/officeart/2005/8/layout/list1"/>
    <dgm:cxn modelId="{6FA7EC9F-A5AA-7046-8557-6DE34508CA98}" type="presOf" srcId="{E2E6BC38-3C3E-CD4F-AA4E-D0E7F6B2C97C}" destId="{E906C1E5-636A-464B-98AF-63786364F62A}" srcOrd="1" destOrd="0" presId="urn:microsoft.com/office/officeart/2005/8/layout/list1"/>
    <dgm:cxn modelId="{DD56C4BD-4D5D-354B-AE8A-F9F6D318A1DC}" srcId="{BE2D4BEF-B9C3-9640-ADEE-7DF41E6F4206}" destId="{FB03FD06-B5B9-B342-9E3C-1014139E1C18}" srcOrd="3" destOrd="0" parTransId="{8203AABA-9920-B940-88EC-F712B54308C0}" sibTransId="{A076CD92-DD03-1B4E-BC8E-191F0C59894C}"/>
    <dgm:cxn modelId="{C5987AD8-25F7-C349-A96B-577A48185D2D}" type="presOf" srcId="{4F512556-DEC5-2D4F-B7B2-8E02C8773A3F}" destId="{480CE286-8183-7B49-93F6-77F1C394F096}" srcOrd="0" destOrd="0" presId="urn:microsoft.com/office/officeart/2005/8/layout/list1"/>
    <dgm:cxn modelId="{395EF5E2-57B2-BD40-978B-40E5FD13C26B}" type="presOf" srcId="{FB03FD06-B5B9-B342-9E3C-1014139E1C18}" destId="{C68DC5D8-4EF0-614A-AC2A-48AB2902DD27}" srcOrd="0" destOrd="0" presId="urn:microsoft.com/office/officeart/2005/8/layout/list1"/>
    <dgm:cxn modelId="{5CD0CAFA-0DB7-4E4B-AEF8-B119801B3C1F}" type="presOf" srcId="{FB03FD06-B5B9-B342-9E3C-1014139E1C18}" destId="{34AD9A98-4CA9-154D-8560-6A26B8A2A620}" srcOrd="1" destOrd="0" presId="urn:microsoft.com/office/officeart/2005/8/layout/list1"/>
    <dgm:cxn modelId="{E632D6FD-380A-F34B-8CB0-898E79AA453F}" srcId="{BE2D4BEF-B9C3-9640-ADEE-7DF41E6F4206}" destId="{E2E6BC38-3C3E-CD4F-AA4E-D0E7F6B2C97C}" srcOrd="4" destOrd="0" parTransId="{1CBCC362-3929-D446-956A-241A2C3FE0D8}" sibTransId="{6F7B1923-1A0D-4D44-823B-123A228ADA09}"/>
    <dgm:cxn modelId="{E94166FF-1387-7F47-811B-454B51F432D9}" type="presOf" srcId="{BE2D4BEF-B9C3-9640-ADEE-7DF41E6F4206}" destId="{F93B51C8-6E72-5740-B990-7DFDE604B941}" srcOrd="0" destOrd="0" presId="urn:microsoft.com/office/officeart/2005/8/layout/list1"/>
    <dgm:cxn modelId="{0E9B7664-744D-2D4D-B7A2-B24E3FF2012B}" type="presParOf" srcId="{F93B51C8-6E72-5740-B990-7DFDE604B941}" destId="{B21BDF0C-5751-934B-AF50-406F7EA4AAFD}" srcOrd="0" destOrd="0" presId="urn:microsoft.com/office/officeart/2005/8/layout/list1"/>
    <dgm:cxn modelId="{5DC82233-6510-4740-A88D-9D4CD9C5122C}" type="presParOf" srcId="{B21BDF0C-5751-934B-AF50-406F7EA4AAFD}" destId="{A84FED10-4896-E74A-AE6B-8FE24A954C03}" srcOrd="0" destOrd="0" presId="urn:microsoft.com/office/officeart/2005/8/layout/list1"/>
    <dgm:cxn modelId="{8500DF92-F908-D540-926A-9A7D72C22978}" type="presParOf" srcId="{B21BDF0C-5751-934B-AF50-406F7EA4AAFD}" destId="{A80028D2-88EF-BE40-885E-CDA186737630}" srcOrd="1" destOrd="0" presId="urn:microsoft.com/office/officeart/2005/8/layout/list1"/>
    <dgm:cxn modelId="{ADBCAF73-A830-7E4B-82B2-051B002C5B49}" type="presParOf" srcId="{F93B51C8-6E72-5740-B990-7DFDE604B941}" destId="{22E3F986-795A-6840-B50C-C4F45C663365}" srcOrd="1" destOrd="0" presId="urn:microsoft.com/office/officeart/2005/8/layout/list1"/>
    <dgm:cxn modelId="{C4189EC8-04B2-A148-94AD-03164529D9EF}" type="presParOf" srcId="{F93B51C8-6E72-5740-B990-7DFDE604B941}" destId="{FFEBA22C-3F5F-E84B-87AD-42A7E4902896}" srcOrd="2" destOrd="0" presId="urn:microsoft.com/office/officeart/2005/8/layout/list1"/>
    <dgm:cxn modelId="{D0475A62-DB30-524F-AC78-F85F362F5047}" type="presParOf" srcId="{F93B51C8-6E72-5740-B990-7DFDE604B941}" destId="{766376FA-9FEB-1A46-A913-F4CE86E50217}" srcOrd="3" destOrd="0" presId="urn:microsoft.com/office/officeart/2005/8/layout/list1"/>
    <dgm:cxn modelId="{52900268-D754-404F-B29F-F2541D834E9A}" type="presParOf" srcId="{F93B51C8-6E72-5740-B990-7DFDE604B941}" destId="{7D1C7C86-CC31-894E-9C8C-0B10E741CD1C}" srcOrd="4" destOrd="0" presId="urn:microsoft.com/office/officeart/2005/8/layout/list1"/>
    <dgm:cxn modelId="{6B28B91B-D84E-0441-A6EB-6FDE228E85BF}" type="presParOf" srcId="{7D1C7C86-CC31-894E-9C8C-0B10E741CD1C}" destId="{46E1B600-A743-7843-8A9D-E4823A570B46}" srcOrd="0" destOrd="0" presId="urn:microsoft.com/office/officeart/2005/8/layout/list1"/>
    <dgm:cxn modelId="{5B9B2226-2FEE-B748-8DEF-E6D79B21D0D5}" type="presParOf" srcId="{7D1C7C86-CC31-894E-9C8C-0B10E741CD1C}" destId="{FD6D7436-4D65-584D-9121-97D35A8F9EEF}" srcOrd="1" destOrd="0" presId="urn:microsoft.com/office/officeart/2005/8/layout/list1"/>
    <dgm:cxn modelId="{F1B03FB6-9173-AB4C-8664-63DC302AE0AB}" type="presParOf" srcId="{F93B51C8-6E72-5740-B990-7DFDE604B941}" destId="{8F602414-909D-1D45-ADFA-C11AF2DDACA0}" srcOrd="5" destOrd="0" presId="urn:microsoft.com/office/officeart/2005/8/layout/list1"/>
    <dgm:cxn modelId="{7F6AAA71-F08B-3D4D-91A6-F157302AD4AD}" type="presParOf" srcId="{F93B51C8-6E72-5740-B990-7DFDE604B941}" destId="{C48D9E59-4CF2-8440-9696-C0B6D943A547}" srcOrd="6" destOrd="0" presId="urn:microsoft.com/office/officeart/2005/8/layout/list1"/>
    <dgm:cxn modelId="{557B0933-CA3B-314E-A803-6C3456138AE9}" type="presParOf" srcId="{F93B51C8-6E72-5740-B990-7DFDE604B941}" destId="{10C7BD91-994D-ED41-9408-462097B5A8E4}" srcOrd="7" destOrd="0" presId="urn:microsoft.com/office/officeart/2005/8/layout/list1"/>
    <dgm:cxn modelId="{DE9E6985-C4B3-8C43-B478-76883E9494DB}" type="presParOf" srcId="{F93B51C8-6E72-5740-B990-7DFDE604B941}" destId="{82054E70-3545-CC44-B862-90D44FC8B296}" srcOrd="8" destOrd="0" presId="urn:microsoft.com/office/officeart/2005/8/layout/list1"/>
    <dgm:cxn modelId="{C08D53D0-723C-5E43-AC8D-56318574E6D5}" type="presParOf" srcId="{82054E70-3545-CC44-B862-90D44FC8B296}" destId="{480CE286-8183-7B49-93F6-77F1C394F096}" srcOrd="0" destOrd="0" presId="urn:microsoft.com/office/officeart/2005/8/layout/list1"/>
    <dgm:cxn modelId="{D1A00872-F6D2-3F4C-AF81-BCC6300481AD}" type="presParOf" srcId="{82054E70-3545-CC44-B862-90D44FC8B296}" destId="{BF0E5A32-42E7-424B-B661-CCF1D0066A8B}" srcOrd="1" destOrd="0" presId="urn:microsoft.com/office/officeart/2005/8/layout/list1"/>
    <dgm:cxn modelId="{4FE0762D-EC7F-3948-8969-36EB20AF7992}" type="presParOf" srcId="{F93B51C8-6E72-5740-B990-7DFDE604B941}" destId="{DB7CB153-FA24-064B-A03E-395DC520BF75}" srcOrd="9" destOrd="0" presId="urn:microsoft.com/office/officeart/2005/8/layout/list1"/>
    <dgm:cxn modelId="{80D3FDCD-44AF-3D4D-BD7A-6E8466382EED}" type="presParOf" srcId="{F93B51C8-6E72-5740-B990-7DFDE604B941}" destId="{11E9C5F6-5BFF-F049-85CC-7E644E75B372}" srcOrd="10" destOrd="0" presId="urn:microsoft.com/office/officeart/2005/8/layout/list1"/>
    <dgm:cxn modelId="{716592FF-199F-A847-BB14-54ABED5B1E8D}" type="presParOf" srcId="{F93B51C8-6E72-5740-B990-7DFDE604B941}" destId="{55B81360-232B-114B-B53D-37B44B04E4D6}" srcOrd="11" destOrd="0" presId="urn:microsoft.com/office/officeart/2005/8/layout/list1"/>
    <dgm:cxn modelId="{A051A4BE-033E-0F47-888A-DB651427C255}" type="presParOf" srcId="{F93B51C8-6E72-5740-B990-7DFDE604B941}" destId="{0C1F440A-F550-DC4C-842B-3A4699148C2B}" srcOrd="12" destOrd="0" presId="urn:microsoft.com/office/officeart/2005/8/layout/list1"/>
    <dgm:cxn modelId="{5A5BAEBE-F502-DF4D-A858-9A0215A3398E}" type="presParOf" srcId="{0C1F440A-F550-DC4C-842B-3A4699148C2B}" destId="{C68DC5D8-4EF0-614A-AC2A-48AB2902DD27}" srcOrd="0" destOrd="0" presId="urn:microsoft.com/office/officeart/2005/8/layout/list1"/>
    <dgm:cxn modelId="{CFAC7818-A0A9-D54D-80CA-23D3172C5E73}" type="presParOf" srcId="{0C1F440A-F550-DC4C-842B-3A4699148C2B}" destId="{34AD9A98-4CA9-154D-8560-6A26B8A2A620}" srcOrd="1" destOrd="0" presId="urn:microsoft.com/office/officeart/2005/8/layout/list1"/>
    <dgm:cxn modelId="{10BDF63D-DD60-1D4F-8D44-D976364D1A73}" type="presParOf" srcId="{F93B51C8-6E72-5740-B990-7DFDE604B941}" destId="{F902532B-140D-CC48-8A98-A406A1283392}" srcOrd="13" destOrd="0" presId="urn:microsoft.com/office/officeart/2005/8/layout/list1"/>
    <dgm:cxn modelId="{2F324121-CB6C-0D40-82C6-969261341B34}" type="presParOf" srcId="{F93B51C8-6E72-5740-B990-7DFDE604B941}" destId="{E6D42CDD-3C28-0948-A88C-245CC6F821CB}" srcOrd="14" destOrd="0" presId="urn:microsoft.com/office/officeart/2005/8/layout/list1"/>
    <dgm:cxn modelId="{3FA16DE7-18C4-EE48-AA49-A1E41DF9CAC3}" type="presParOf" srcId="{F93B51C8-6E72-5740-B990-7DFDE604B941}" destId="{04357E9E-6B35-E447-ACB4-929F4E237034}" srcOrd="15" destOrd="0" presId="urn:microsoft.com/office/officeart/2005/8/layout/list1"/>
    <dgm:cxn modelId="{EC65723F-EC97-D04D-B111-D529F19AF7CD}" type="presParOf" srcId="{F93B51C8-6E72-5740-B990-7DFDE604B941}" destId="{C15ECC67-A776-704F-9BBE-19EFE84E7EAE}" srcOrd="16" destOrd="0" presId="urn:microsoft.com/office/officeart/2005/8/layout/list1"/>
    <dgm:cxn modelId="{7DB4CB73-3E06-9C44-8080-20C7D005171C}" type="presParOf" srcId="{C15ECC67-A776-704F-9BBE-19EFE84E7EAE}" destId="{34BB5B30-D839-AF44-BE41-47B4245C760E}" srcOrd="0" destOrd="0" presId="urn:microsoft.com/office/officeart/2005/8/layout/list1"/>
    <dgm:cxn modelId="{4EA68936-E9B8-2848-AFA6-BB77EA7BF842}" type="presParOf" srcId="{C15ECC67-A776-704F-9BBE-19EFE84E7EAE}" destId="{E906C1E5-636A-464B-98AF-63786364F62A}" srcOrd="1" destOrd="0" presId="urn:microsoft.com/office/officeart/2005/8/layout/list1"/>
    <dgm:cxn modelId="{AA59D849-8938-4A4D-A269-23FD856B965E}" type="presParOf" srcId="{F93B51C8-6E72-5740-B990-7DFDE604B941}" destId="{27242B78-8C56-F64A-A735-CB1E76DE5129}" srcOrd="17" destOrd="0" presId="urn:microsoft.com/office/officeart/2005/8/layout/list1"/>
    <dgm:cxn modelId="{F99CE6A3-2A5C-1548-8C4A-69D0E40DC59F}" type="presParOf" srcId="{F93B51C8-6E72-5740-B990-7DFDE604B941}" destId="{31EC73F8-94F9-564D-B6AB-071295A9BA47}" srcOrd="18"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3594574-1E4A-4E74-9749-E3E1964D5E44}"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96E7C9C0-D3B2-4254-B8C4-AD5E4AB4F21E}">
      <dgm:prSet/>
      <dgm:spPr/>
      <dgm:t>
        <a:bodyPr/>
        <a:lstStyle/>
        <a:p>
          <a:r>
            <a:rPr lang="en-US"/>
            <a:t>Accessibility for disabled users is only set to increase</a:t>
          </a:r>
        </a:p>
      </dgm:t>
    </dgm:pt>
    <dgm:pt modelId="{BF992534-1C3C-452D-B46D-BAD3E9807BA4}" type="parTrans" cxnId="{C8E05864-1205-4B7F-9D1B-850945EB23C7}">
      <dgm:prSet/>
      <dgm:spPr/>
      <dgm:t>
        <a:bodyPr/>
        <a:lstStyle/>
        <a:p>
          <a:endParaRPr lang="en-US"/>
        </a:p>
      </dgm:t>
    </dgm:pt>
    <dgm:pt modelId="{98B4406D-A7AC-42D4-B385-85CC56563850}" type="sibTrans" cxnId="{C8E05864-1205-4B7F-9D1B-850945EB23C7}">
      <dgm:prSet/>
      <dgm:spPr/>
      <dgm:t>
        <a:bodyPr/>
        <a:lstStyle/>
        <a:p>
          <a:endParaRPr lang="en-US"/>
        </a:p>
      </dgm:t>
    </dgm:pt>
    <dgm:pt modelId="{EFD7B35B-06D1-4144-9F8E-D246A6570F9D}">
      <dgm:prSet/>
      <dgm:spPr/>
      <dgm:t>
        <a:bodyPr/>
        <a:lstStyle/>
        <a:p>
          <a:r>
            <a:rPr lang="en-US"/>
            <a:t>Evolution of AI</a:t>
          </a:r>
        </a:p>
      </dgm:t>
    </dgm:pt>
    <dgm:pt modelId="{0135D2D4-01DF-47C1-A9ED-62B93C485B0C}" type="parTrans" cxnId="{BB74CFA1-FE91-48AB-A586-823581779381}">
      <dgm:prSet/>
      <dgm:spPr/>
      <dgm:t>
        <a:bodyPr/>
        <a:lstStyle/>
        <a:p>
          <a:endParaRPr lang="en-US"/>
        </a:p>
      </dgm:t>
    </dgm:pt>
    <dgm:pt modelId="{24C48F98-BB99-4543-9015-E225B716E334}" type="sibTrans" cxnId="{BB74CFA1-FE91-48AB-A586-823581779381}">
      <dgm:prSet/>
      <dgm:spPr/>
      <dgm:t>
        <a:bodyPr/>
        <a:lstStyle/>
        <a:p>
          <a:endParaRPr lang="en-US"/>
        </a:p>
      </dgm:t>
    </dgm:pt>
    <dgm:pt modelId="{A657A06C-CEB2-5145-A01C-13C9C7DDBA71}" type="pres">
      <dgm:prSet presAssocID="{53594574-1E4A-4E74-9749-E3E1964D5E44}" presName="hierChild1" presStyleCnt="0">
        <dgm:presLayoutVars>
          <dgm:chPref val="1"/>
          <dgm:dir/>
          <dgm:animOne val="branch"/>
          <dgm:animLvl val="lvl"/>
          <dgm:resizeHandles/>
        </dgm:presLayoutVars>
      </dgm:prSet>
      <dgm:spPr/>
    </dgm:pt>
    <dgm:pt modelId="{436C46F5-8494-4B44-94C0-335D96F125AD}" type="pres">
      <dgm:prSet presAssocID="{96E7C9C0-D3B2-4254-B8C4-AD5E4AB4F21E}" presName="hierRoot1" presStyleCnt="0"/>
      <dgm:spPr/>
    </dgm:pt>
    <dgm:pt modelId="{8044A677-0BBD-F04C-940F-15297332F062}" type="pres">
      <dgm:prSet presAssocID="{96E7C9C0-D3B2-4254-B8C4-AD5E4AB4F21E}" presName="composite" presStyleCnt="0"/>
      <dgm:spPr/>
    </dgm:pt>
    <dgm:pt modelId="{27EC6E65-37E6-0C4C-9012-5E11D96894E1}" type="pres">
      <dgm:prSet presAssocID="{96E7C9C0-D3B2-4254-B8C4-AD5E4AB4F21E}" presName="background" presStyleLbl="node0" presStyleIdx="0" presStyleCnt="2"/>
      <dgm:spPr/>
    </dgm:pt>
    <dgm:pt modelId="{D0531E50-FA14-F54A-9A05-6A8D5119E0DF}" type="pres">
      <dgm:prSet presAssocID="{96E7C9C0-D3B2-4254-B8C4-AD5E4AB4F21E}" presName="text" presStyleLbl="fgAcc0" presStyleIdx="0" presStyleCnt="2">
        <dgm:presLayoutVars>
          <dgm:chPref val="3"/>
        </dgm:presLayoutVars>
      </dgm:prSet>
      <dgm:spPr/>
    </dgm:pt>
    <dgm:pt modelId="{F0BD020D-47BC-0F47-A7B1-38044364A773}" type="pres">
      <dgm:prSet presAssocID="{96E7C9C0-D3B2-4254-B8C4-AD5E4AB4F21E}" presName="hierChild2" presStyleCnt="0"/>
      <dgm:spPr/>
    </dgm:pt>
    <dgm:pt modelId="{3F9F80E0-659C-2540-88D6-E4F7DEF455ED}" type="pres">
      <dgm:prSet presAssocID="{EFD7B35B-06D1-4144-9F8E-D246A6570F9D}" presName="hierRoot1" presStyleCnt="0"/>
      <dgm:spPr/>
    </dgm:pt>
    <dgm:pt modelId="{A8D06B00-8766-2E4F-A88F-3E8B19BE99EF}" type="pres">
      <dgm:prSet presAssocID="{EFD7B35B-06D1-4144-9F8E-D246A6570F9D}" presName="composite" presStyleCnt="0"/>
      <dgm:spPr/>
    </dgm:pt>
    <dgm:pt modelId="{090FD7A0-CF4A-A748-AE07-66B386F0E1BC}" type="pres">
      <dgm:prSet presAssocID="{EFD7B35B-06D1-4144-9F8E-D246A6570F9D}" presName="background" presStyleLbl="node0" presStyleIdx="1" presStyleCnt="2"/>
      <dgm:spPr/>
    </dgm:pt>
    <dgm:pt modelId="{3E5EB81A-22E5-2947-8301-B60CF2CF3209}" type="pres">
      <dgm:prSet presAssocID="{EFD7B35B-06D1-4144-9F8E-D246A6570F9D}" presName="text" presStyleLbl="fgAcc0" presStyleIdx="1" presStyleCnt="2">
        <dgm:presLayoutVars>
          <dgm:chPref val="3"/>
        </dgm:presLayoutVars>
      </dgm:prSet>
      <dgm:spPr/>
    </dgm:pt>
    <dgm:pt modelId="{680D67B6-3C89-584B-B0E3-F50DDE9F52A9}" type="pres">
      <dgm:prSet presAssocID="{EFD7B35B-06D1-4144-9F8E-D246A6570F9D}" presName="hierChild2" presStyleCnt="0"/>
      <dgm:spPr/>
    </dgm:pt>
  </dgm:ptLst>
  <dgm:cxnLst>
    <dgm:cxn modelId="{C8E05864-1205-4B7F-9D1B-850945EB23C7}" srcId="{53594574-1E4A-4E74-9749-E3E1964D5E44}" destId="{96E7C9C0-D3B2-4254-B8C4-AD5E4AB4F21E}" srcOrd="0" destOrd="0" parTransId="{BF992534-1C3C-452D-B46D-BAD3E9807BA4}" sibTransId="{98B4406D-A7AC-42D4-B385-85CC56563850}"/>
    <dgm:cxn modelId="{2F36A37E-38A6-7D42-B0DE-485C002D15E8}" type="presOf" srcId="{EFD7B35B-06D1-4144-9F8E-D246A6570F9D}" destId="{3E5EB81A-22E5-2947-8301-B60CF2CF3209}" srcOrd="0" destOrd="0" presId="urn:microsoft.com/office/officeart/2005/8/layout/hierarchy1"/>
    <dgm:cxn modelId="{F243808F-1101-4E40-87D2-C8F33076147B}" type="presOf" srcId="{96E7C9C0-D3B2-4254-B8C4-AD5E4AB4F21E}" destId="{D0531E50-FA14-F54A-9A05-6A8D5119E0DF}" srcOrd="0" destOrd="0" presId="urn:microsoft.com/office/officeart/2005/8/layout/hierarchy1"/>
    <dgm:cxn modelId="{BB74CFA1-FE91-48AB-A586-823581779381}" srcId="{53594574-1E4A-4E74-9749-E3E1964D5E44}" destId="{EFD7B35B-06D1-4144-9F8E-D246A6570F9D}" srcOrd="1" destOrd="0" parTransId="{0135D2D4-01DF-47C1-A9ED-62B93C485B0C}" sibTransId="{24C48F98-BB99-4543-9015-E225B716E334}"/>
    <dgm:cxn modelId="{E02E11F1-DE4C-9A4E-A6E8-B3517D4C0BB8}" type="presOf" srcId="{53594574-1E4A-4E74-9749-E3E1964D5E44}" destId="{A657A06C-CEB2-5145-A01C-13C9C7DDBA71}" srcOrd="0" destOrd="0" presId="urn:microsoft.com/office/officeart/2005/8/layout/hierarchy1"/>
    <dgm:cxn modelId="{529EC650-0ADA-9C42-BD26-B68253A93EEA}" type="presParOf" srcId="{A657A06C-CEB2-5145-A01C-13C9C7DDBA71}" destId="{436C46F5-8494-4B44-94C0-335D96F125AD}" srcOrd="0" destOrd="0" presId="urn:microsoft.com/office/officeart/2005/8/layout/hierarchy1"/>
    <dgm:cxn modelId="{1AEC9A48-75D0-394A-A011-9BB9C128E508}" type="presParOf" srcId="{436C46F5-8494-4B44-94C0-335D96F125AD}" destId="{8044A677-0BBD-F04C-940F-15297332F062}" srcOrd="0" destOrd="0" presId="urn:microsoft.com/office/officeart/2005/8/layout/hierarchy1"/>
    <dgm:cxn modelId="{493E83D3-6C47-4144-B56F-37D354B15281}" type="presParOf" srcId="{8044A677-0BBD-F04C-940F-15297332F062}" destId="{27EC6E65-37E6-0C4C-9012-5E11D96894E1}" srcOrd="0" destOrd="0" presId="urn:microsoft.com/office/officeart/2005/8/layout/hierarchy1"/>
    <dgm:cxn modelId="{D1398C90-3F6E-CF45-B106-9B5FACE614E7}" type="presParOf" srcId="{8044A677-0BBD-F04C-940F-15297332F062}" destId="{D0531E50-FA14-F54A-9A05-6A8D5119E0DF}" srcOrd="1" destOrd="0" presId="urn:microsoft.com/office/officeart/2005/8/layout/hierarchy1"/>
    <dgm:cxn modelId="{3B518E23-77F3-5645-94E5-30A39C18DB44}" type="presParOf" srcId="{436C46F5-8494-4B44-94C0-335D96F125AD}" destId="{F0BD020D-47BC-0F47-A7B1-38044364A773}" srcOrd="1" destOrd="0" presId="urn:microsoft.com/office/officeart/2005/8/layout/hierarchy1"/>
    <dgm:cxn modelId="{07DFD538-1789-0844-AC42-9477726F80AC}" type="presParOf" srcId="{A657A06C-CEB2-5145-A01C-13C9C7DDBA71}" destId="{3F9F80E0-659C-2540-88D6-E4F7DEF455ED}" srcOrd="1" destOrd="0" presId="urn:microsoft.com/office/officeart/2005/8/layout/hierarchy1"/>
    <dgm:cxn modelId="{42C29836-0D7D-D944-9F31-A6C1392C0AD3}" type="presParOf" srcId="{3F9F80E0-659C-2540-88D6-E4F7DEF455ED}" destId="{A8D06B00-8766-2E4F-A88F-3E8B19BE99EF}" srcOrd="0" destOrd="0" presId="urn:microsoft.com/office/officeart/2005/8/layout/hierarchy1"/>
    <dgm:cxn modelId="{F784AC14-8AB5-5B46-935A-EAB8013E1FB2}" type="presParOf" srcId="{A8D06B00-8766-2E4F-A88F-3E8B19BE99EF}" destId="{090FD7A0-CF4A-A748-AE07-66B386F0E1BC}" srcOrd="0" destOrd="0" presId="urn:microsoft.com/office/officeart/2005/8/layout/hierarchy1"/>
    <dgm:cxn modelId="{A815FD75-602E-1B45-B631-BDBB1A79E4F9}" type="presParOf" srcId="{A8D06B00-8766-2E4F-A88F-3E8B19BE99EF}" destId="{3E5EB81A-22E5-2947-8301-B60CF2CF3209}" srcOrd="1" destOrd="0" presId="urn:microsoft.com/office/officeart/2005/8/layout/hierarchy1"/>
    <dgm:cxn modelId="{64786466-9E47-1B4F-915C-8476B30CD6A8}" type="presParOf" srcId="{3F9F80E0-659C-2540-88D6-E4F7DEF455ED}" destId="{680D67B6-3C89-584B-B0E3-F50DDE9F52A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5CDD86-2F02-44C8-A200-9CE41E0E6889}" type="doc">
      <dgm:prSet loTypeId="urn:microsoft.com/office/officeart/2016/7/layout/BasicProcessNew" loCatId="process" qsTypeId="urn:microsoft.com/office/officeart/2005/8/quickstyle/simple1" qsCatId="simple" csTypeId="urn:microsoft.com/office/officeart/2005/8/colors/accent1_2" csCatId="accent1" phldr="1"/>
      <dgm:spPr/>
      <dgm:t>
        <a:bodyPr/>
        <a:lstStyle/>
        <a:p>
          <a:endParaRPr lang="en-US"/>
        </a:p>
      </dgm:t>
    </dgm:pt>
    <dgm:pt modelId="{9B09C3D1-A614-4129-B847-0CF6EEAA8387}">
      <dgm:prSet/>
      <dgm:spPr/>
      <dgm:t>
        <a:bodyPr/>
        <a:lstStyle/>
        <a:p>
          <a:r>
            <a:rPr lang="en-US"/>
            <a:t>Chieko Asakawa</a:t>
          </a:r>
        </a:p>
      </dgm:t>
    </dgm:pt>
    <dgm:pt modelId="{12064222-8B21-456A-AAA8-09BDC7F37161}" type="parTrans" cxnId="{BEA33C38-3D9B-415A-BA12-28CCC91A3597}">
      <dgm:prSet/>
      <dgm:spPr/>
      <dgm:t>
        <a:bodyPr/>
        <a:lstStyle/>
        <a:p>
          <a:endParaRPr lang="en-US"/>
        </a:p>
      </dgm:t>
    </dgm:pt>
    <dgm:pt modelId="{4E7588D3-3FD0-4EAB-90DD-7536D231ED02}" type="sibTrans" cxnId="{BEA33C38-3D9B-415A-BA12-28CCC91A3597}">
      <dgm:prSet/>
      <dgm:spPr/>
      <dgm:t>
        <a:bodyPr/>
        <a:lstStyle/>
        <a:p>
          <a:endParaRPr lang="en-US"/>
        </a:p>
      </dgm:t>
    </dgm:pt>
    <dgm:pt modelId="{2400AE54-01B9-4B4B-BF9D-CBC25DB73239}">
      <dgm:prSet/>
      <dgm:spPr/>
      <dgm:t>
        <a:bodyPr/>
        <a:lstStyle/>
        <a:p>
          <a:r>
            <a:rPr lang="en-US"/>
            <a:t>Blind female computer scientist</a:t>
          </a:r>
        </a:p>
      </dgm:t>
    </dgm:pt>
    <dgm:pt modelId="{17EF6693-C24B-4016-A7F6-4D212E45C247}" type="parTrans" cxnId="{5E9C43F1-774D-4864-ABE0-DBBE2A80B9BB}">
      <dgm:prSet/>
      <dgm:spPr/>
      <dgm:t>
        <a:bodyPr/>
        <a:lstStyle/>
        <a:p>
          <a:endParaRPr lang="en-US"/>
        </a:p>
      </dgm:t>
    </dgm:pt>
    <dgm:pt modelId="{106FF261-108F-4311-AE9A-D6CE696F2482}" type="sibTrans" cxnId="{5E9C43F1-774D-4864-ABE0-DBBE2A80B9BB}">
      <dgm:prSet/>
      <dgm:spPr/>
      <dgm:t>
        <a:bodyPr/>
        <a:lstStyle/>
        <a:p>
          <a:endParaRPr lang="en-US"/>
        </a:p>
      </dgm:t>
    </dgm:pt>
    <dgm:pt modelId="{32A86661-715A-4C6D-BACC-5054E22956F9}">
      <dgm:prSet/>
      <dgm:spPr/>
      <dgm:t>
        <a:bodyPr/>
        <a:lstStyle/>
        <a:p>
          <a:r>
            <a:rPr lang="en-US"/>
            <a:t>Helped grow disability accessibility</a:t>
          </a:r>
        </a:p>
      </dgm:t>
    </dgm:pt>
    <dgm:pt modelId="{00069918-84B5-4876-8CFB-D57B9A74E87B}" type="parTrans" cxnId="{9EA77795-7404-449E-B5E1-451A1846F6EA}">
      <dgm:prSet/>
      <dgm:spPr/>
      <dgm:t>
        <a:bodyPr/>
        <a:lstStyle/>
        <a:p>
          <a:endParaRPr lang="en-US"/>
        </a:p>
      </dgm:t>
    </dgm:pt>
    <dgm:pt modelId="{7B53D626-09F9-494C-97F0-6DC504BBBF9C}" type="sibTrans" cxnId="{9EA77795-7404-449E-B5E1-451A1846F6EA}">
      <dgm:prSet/>
      <dgm:spPr/>
      <dgm:t>
        <a:bodyPr/>
        <a:lstStyle/>
        <a:p>
          <a:endParaRPr lang="en-US"/>
        </a:p>
      </dgm:t>
    </dgm:pt>
    <dgm:pt modelId="{74277F25-A44B-4F7A-A5BC-4CA07B115683}">
      <dgm:prSet/>
      <dgm:spPr/>
      <dgm:t>
        <a:bodyPr/>
        <a:lstStyle/>
        <a:p>
          <a:r>
            <a:rPr lang="en-US"/>
            <a:t>Katherine Johnson</a:t>
          </a:r>
        </a:p>
      </dgm:t>
    </dgm:pt>
    <dgm:pt modelId="{E5648A07-1005-48F8-A96B-22C2ECF7B03F}" type="parTrans" cxnId="{244D8A2C-65AC-4A4D-9A81-C47C6AC70124}">
      <dgm:prSet/>
      <dgm:spPr/>
      <dgm:t>
        <a:bodyPr/>
        <a:lstStyle/>
        <a:p>
          <a:endParaRPr lang="en-US"/>
        </a:p>
      </dgm:t>
    </dgm:pt>
    <dgm:pt modelId="{2B0C29C3-42D9-445B-BED0-67E409CB0867}" type="sibTrans" cxnId="{244D8A2C-65AC-4A4D-9A81-C47C6AC70124}">
      <dgm:prSet/>
      <dgm:spPr/>
      <dgm:t>
        <a:bodyPr/>
        <a:lstStyle/>
        <a:p>
          <a:endParaRPr lang="en-US"/>
        </a:p>
      </dgm:t>
    </dgm:pt>
    <dgm:pt modelId="{1FCC86F5-289D-4402-87A6-CFBE9CDAF440}">
      <dgm:prSet/>
      <dgm:spPr/>
      <dgm:t>
        <a:bodyPr/>
        <a:lstStyle/>
        <a:p>
          <a:r>
            <a:rPr lang="en-US"/>
            <a:t>Black female mathematician</a:t>
          </a:r>
        </a:p>
      </dgm:t>
    </dgm:pt>
    <dgm:pt modelId="{B114DA33-4CF8-416C-AFE1-6249EB5969EF}" type="parTrans" cxnId="{6D5FB164-64A1-4BE5-B21A-81081778BA05}">
      <dgm:prSet/>
      <dgm:spPr/>
      <dgm:t>
        <a:bodyPr/>
        <a:lstStyle/>
        <a:p>
          <a:endParaRPr lang="en-US"/>
        </a:p>
      </dgm:t>
    </dgm:pt>
    <dgm:pt modelId="{CD93E763-3B5A-43FD-93DC-F5A67B59BDF0}" type="sibTrans" cxnId="{6D5FB164-64A1-4BE5-B21A-81081778BA05}">
      <dgm:prSet/>
      <dgm:spPr/>
      <dgm:t>
        <a:bodyPr/>
        <a:lstStyle/>
        <a:p>
          <a:endParaRPr lang="en-US"/>
        </a:p>
      </dgm:t>
    </dgm:pt>
    <dgm:pt modelId="{3E24C3CF-D794-4EDD-9FE7-55E62D290188}">
      <dgm:prSet/>
      <dgm:spPr/>
      <dgm:t>
        <a:bodyPr/>
        <a:lstStyle/>
        <a:p>
          <a:r>
            <a:rPr lang="en-US"/>
            <a:t>Helped NASA put the first man on the moon</a:t>
          </a:r>
        </a:p>
      </dgm:t>
    </dgm:pt>
    <dgm:pt modelId="{941985AE-9544-4F74-A149-8D027F9376AF}" type="parTrans" cxnId="{F4169468-6F54-4C8F-A1F6-ACFC727EA576}">
      <dgm:prSet/>
      <dgm:spPr/>
      <dgm:t>
        <a:bodyPr/>
        <a:lstStyle/>
        <a:p>
          <a:endParaRPr lang="en-US"/>
        </a:p>
      </dgm:t>
    </dgm:pt>
    <dgm:pt modelId="{AFF553AC-08CB-4BE3-8FED-DBD0579B1DA1}" type="sibTrans" cxnId="{F4169468-6F54-4C8F-A1F6-ACFC727EA576}">
      <dgm:prSet/>
      <dgm:spPr/>
      <dgm:t>
        <a:bodyPr/>
        <a:lstStyle/>
        <a:p>
          <a:endParaRPr lang="en-US"/>
        </a:p>
      </dgm:t>
    </dgm:pt>
    <dgm:pt modelId="{D60F80CD-EBBC-714A-855A-E7E51920A34A}" type="pres">
      <dgm:prSet presAssocID="{9E5CDD86-2F02-44C8-A200-9CE41E0E6889}" presName="Name0" presStyleCnt="0">
        <dgm:presLayoutVars>
          <dgm:dir/>
          <dgm:resizeHandles val="exact"/>
        </dgm:presLayoutVars>
      </dgm:prSet>
      <dgm:spPr/>
    </dgm:pt>
    <dgm:pt modelId="{5B700754-E4B5-B74E-890E-AD7887FDC07A}" type="pres">
      <dgm:prSet presAssocID="{9B09C3D1-A614-4129-B847-0CF6EEAA8387}" presName="node" presStyleLbl="node1" presStyleIdx="0" presStyleCnt="3">
        <dgm:presLayoutVars>
          <dgm:bulletEnabled val="1"/>
        </dgm:presLayoutVars>
      </dgm:prSet>
      <dgm:spPr/>
    </dgm:pt>
    <dgm:pt modelId="{D043E71B-5F71-2541-9358-C49078C55811}" type="pres">
      <dgm:prSet presAssocID="{4E7588D3-3FD0-4EAB-90DD-7536D231ED02}" presName="sibTransSpacerBeforeConnector" presStyleCnt="0"/>
      <dgm:spPr/>
    </dgm:pt>
    <dgm:pt modelId="{3F731B86-4EE5-FA45-92F6-A95EB3916280}" type="pres">
      <dgm:prSet presAssocID="{4E7588D3-3FD0-4EAB-90DD-7536D231ED02}" presName="sibTrans" presStyleLbl="node1" presStyleIdx="1" presStyleCnt="3" custFlipVert="1" custScaleY="187312" custLinFactX="500133" custLinFactNeighborX="600000" custLinFactNeighborY="-90466"/>
      <dgm:spPr/>
    </dgm:pt>
    <dgm:pt modelId="{9329B454-9BAA-E34C-94D2-00C3BAC5FB8B}" type="pres">
      <dgm:prSet presAssocID="{4E7588D3-3FD0-4EAB-90DD-7536D231ED02}" presName="sibTransSpacerAfterConnector" presStyleCnt="0"/>
      <dgm:spPr/>
    </dgm:pt>
    <dgm:pt modelId="{CD356D73-E159-4E4A-AA50-669DA9A2286F}" type="pres">
      <dgm:prSet presAssocID="{74277F25-A44B-4F7A-A5BC-4CA07B115683}" presName="node" presStyleLbl="node1" presStyleIdx="2" presStyleCnt="3">
        <dgm:presLayoutVars>
          <dgm:bulletEnabled val="1"/>
        </dgm:presLayoutVars>
      </dgm:prSet>
      <dgm:spPr/>
    </dgm:pt>
  </dgm:ptLst>
  <dgm:cxnLst>
    <dgm:cxn modelId="{6098F027-414E-F342-9D7B-B95495CD473A}" type="presOf" srcId="{4E7588D3-3FD0-4EAB-90DD-7536D231ED02}" destId="{3F731B86-4EE5-FA45-92F6-A95EB3916280}" srcOrd="0" destOrd="0" presId="urn:microsoft.com/office/officeart/2016/7/layout/BasicProcessNew"/>
    <dgm:cxn modelId="{244D8A2C-65AC-4A4D-9A81-C47C6AC70124}" srcId="{9E5CDD86-2F02-44C8-A200-9CE41E0E6889}" destId="{74277F25-A44B-4F7A-A5BC-4CA07B115683}" srcOrd="1" destOrd="0" parTransId="{E5648A07-1005-48F8-A96B-22C2ECF7B03F}" sibTransId="{2B0C29C3-42D9-445B-BED0-67E409CB0867}"/>
    <dgm:cxn modelId="{BEA33C38-3D9B-415A-BA12-28CCC91A3597}" srcId="{9E5CDD86-2F02-44C8-A200-9CE41E0E6889}" destId="{9B09C3D1-A614-4129-B847-0CF6EEAA8387}" srcOrd="0" destOrd="0" parTransId="{12064222-8B21-456A-AAA8-09BDC7F37161}" sibTransId="{4E7588D3-3FD0-4EAB-90DD-7536D231ED02}"/>
    <dgm:cxn modelId="{EE9A764A-D1E5-9B46-B9CF-48502ED51C56}" type="presOf" srcId="{2400AE54-01B9-4B4B-BF9D-CBC25DB73239}" destId="{5B700754-E4B5-B74E-890E-AD7887FDC07A}" srcOrd="0" destOrd="1" presId="urn:microsoft.com/office/officeart/2016/7/layout/BasicProcessNew"/>
    <dgm:cxn modelId="{CEB8F94D-E71B-0B4A-9427-F53A5E916BE6}" type="presOf" srcId="{32A86661-715A-4C6D-BACC-5054E22956F9}" destId="{5B700754-E4B5-B74E-890E-AD7887FDC07A}" srcOrd="0" destOrd="2" presId="urn:microsoft.com/office/officeart/2016/7/layout/BasicProcessNew"/>
    <dgm:cxn modelId="{CEB89058-9C92-4A49-B622-37E260EED342}" type="presOf" srcId="{9E5CDD86-2F02-44C8-A200-9CE41E0E6889}" destId="{D60F80CD-EBBC-714A-855A-E7E51920A34A}" srcOrd="0" destOrd="0" presId="urn:microsoft.com/office/officeart/2016/7/layout/BasicProcessNew"/>
    <dgm:cxn modelId="{D422255D-87E3-444A-B530-D7798CCC7A62}" type="presOf" srcId="{1FCC86F5-289D-4402-87A6-CFBE9CDAF440}" destId="{CD356D73-E159-4E4A-AA50-669DA9A2286F}" srcOrd="0" destOrd="1" presId="urn:microsoft.com/office/officeart/2016/7/layout/BasicProcessNew"/>
    <dgm:cxn modelId="{6D5FB164-64A1-4BE5-B21A-81081778BA05}" srcId="{74277F25-A44B-4F7A-A5BC-4CA07B115683}" destId="{1FCC86F5-289D-4402-87A6-CFBE9CDAF440}" srcOrd="0" destOrd="0" parTransId="{B114DA33-4CF8-416C-AFE1-6249EB5969EF}" sibTransId="{CD93E763-3B5A-43FD-93DC-F5A67B59BDF0}"/>
    <dgm:cxn modelId="{F4169468-6F54-4C8F-A1F6-ACFC727EA576}" srcId="{74277F25-A44B-4F7A-A5BC-4CA07B115683}" destId="{3E24C3CF-D794-4EDD-9FE7-55E62D290188}" srcOrd="1" destOrd="0" parTransId="{941985AE-9544-4F74-A149-8D027F9376AF}" sibTransId="{AFF553AC-08CB-4BE3-8FED-DBD0579B1DA1}"/>
    <dgm:cxn modelId="{9EA77795-7404-449E-B5E1-451A1846F6EA}" srcId="{9B09C3D1-A614-4129-B847-0CF6EEAA8387}" destId="{32A86661-715A-4C6D-BACC-5054E22956F9}" srcOrd="1" destOrd="0" parTransId="{00069918-84B5-4876-8CFB-D57B9A74E87B}" sibTransId="{7B53D626-09F9-494C-97F0-6DC504BBBF9C}"/>
    <dgm:cxn modelId="{FD93F597-1008-3947-B2EB-C6AEE9EB07A7}" type="presOf" srcId="{3E24C3CF-D794-4EDD-9FE7-55E62D290188}" destId="{CD356D73-E159-4E4A-AA50-669DA9A2286F}" srcOrd="0" destOrd="2" presId="urn:microsoft.com/office/officeart/2016/7/layout/BasicProcessNew"/>
    <dgm:cxn modelId="{AA3BDEA5-3FA2-E048-967C-05DCB5EAA5C3}" type="presOf" srcId="{9B09C3D1-A614-4129-B847-0CF6EEAA8387}" destId="{5B700754-E4B5-B74E-890E-AD7887FDC07A}" srcOrd="0" destOrd="0" presId="urn:microsoft.com/office/officeart/2016/7/layout/BasicProcessNew"/>
    <dgm:cxn modelId="{3EE4F5AF-597E-6A45-A69E-002F0B8AAC90}" type="presOf" srcId="{74277F25-A44B-4F7A-A5BC-4CA07B115683}" destId="{CD356D73-E159-4E4A-AA50-669DA9A2286F}" srcOrd="0" destOrd="0" presId="urn:microsoft.com/office/officeart/2016/7/layout/BasicProcessNew"/>
    <dgm:cxn modelId="{5E9C43F1-774D-4864-ABE0-DBBE2A80B9BB}" srcId="{9B09C3D1-A614-4129-B847-0CF6EEAA8387}" destId="{2400AE54-01B9-4B4B-BF9D-CBC25DB73239}" srcOrd="0" destOrd="0" parTransId="{17EF6693-C24B-4016-A7F6-4D212E45C247}" sibTransId="{106FF261-108F-4311-AE9A-D6CE696F2482}"/>
    <dgm:cxn modelId="{9DB815F6-6139-AC46-B3BA-A171A4CD6CBC}" type="presParOf" srcId="{D60F80CD-EBBC-714A-855A-E7E51920A34A}" destId="{5B700754-E4B5-B74E-890E-AD7887FDC07A}" srcOrd="0" destOrd="0" presId="urn:microsoft.com/office/officeart/2016/7/layout/BasicProcessNew"/>
    <dgm:cxn modelId="{C5842CF6-4051-F54A-B66F-5F459F17F1B9}" type="presParOf" srcId="{D60F80CD-EBBC-714A-855A-E7E51920A34A}" destId="{D043E71B-5F71-2541-9358-C49078C55811}" srcOrd="1" destOrd="0" presId="urn:microsoft.com/office/officeart/2016/7/layout/BasicProcessNew"/>
    <dgm:cxn modelId="{8319DE3D-80D1-6E4A-AB28-85B18CB4C469}" type="presParOf" srcId="{D60F80CD-EBBC-714A-855A-E7E51920A34A}" destId="{3F731B86-4EE5-FA45-92F6-A95EB3916280}" srcOrd="2" destOrd="0" presId="urn:microsoft.com/office/officeart/2016/7/layout/BasicProcessNew"/>
    <dgm:cxn modelId="{6D734039-D5EA-6C41-B29E-8E3C003D1413}" type="presParOf" srcId="{D60F80CD-EBBC-714A-855A-E7E51920A34A}" destId="{9329B454-9BAA-E34C-94D2-00C3BAC5FB8B}" srcOrd="3" destOrd="0" presId="urn:microsoft.com/office/officeart/2016/7/layout/BasicProcessNew"/>
    <dgm:cxn modelId="{4C3D582E-6D41-C247-A216-1EBA4872B3B7}" type="presParOf" srcId="{D60F80CD-EBBC-714A-855A-E7E51920A34A}" destId="{CD356D73-E159-4E4A-AA50-669DA9A2286F}" srcOrd="4" destOrd="0" presId="urn:microsoft.com/office/officeart/2016/7/layout/Basic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B812DA9-1F10-4B28-BDA0-CADC1D1CCEC2}"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472D3D94-F2C4-495F-A458-618C1FED0EF2}">
      <dgm:prSet/>
      <dgm:spPr/>
      <dgm:t>
        <a:bodyPr/>
        <a:lstStyle/>
        <a:p>
          <a:r>
            <a:rPr lang="en-US"/>
            <a:t>Computer science is heavily male dominated</a:t>
          </a:r>
        </a:p>
      </dgm:t>
    </dgm:pt>
    <dgm:pt modelId="{B760B4F0-84A2-4600-96A3-1788C6284FF5}" type="parTrans" cxnId="{47E62AB8-1748-425D-A4BD-0791F949045D}">
      <dgm:prSet/>
      <dgm:spPr/>
      <dgm:t>
        <a:bodyPr/>
        <a:lstStyle/>
        <a:p>
          <a:endParaRPr lang="en-US"/>
        </a:p>
      </dgm:t>
    </dgm:pt>
    <dgm:pt modelId="{2EA950C4-1537-4B6F-A099-F8CCF81ED967}" type="sibTrans" cxnId="{47E62AB8-1748-425D-A4BD-0791F949045D}">
      <dgm:prSet/>
      <dgm:spPr/>
      <dgm:t>
        <a:bodyPr/>
        <a:lstStyle/>
        <a:p>
          <a:endParaRPr lang="en-US"/>
        </a:p>
      </dgm:t>
    </dgm:pt>
    <dgm:pt modelId="{4B555432-90F3-451C-BBA2-5E5CA7615D8C}">
      <dgm:prSet/>
      <dgm:spPr/>
      <dgm:t>
        <a:bodyPr/>
        <a:lstStyle/>
        <a:p>
          <a:r>
            <a:rPr lang="en-US"/>
            <a:t>Accident caused her to become blind at a young age</a:t>
          </a:r>
        </a:p>
      </dgm:t>
    </dgm:pt>
    <dgm:pt modelId="{F1F9049B-CB5D-43D9-8447-9AD8E453445F}" type="parTrans" cxnId="{3358A914-BA2E-406A-A919-7C74DC449E10}">
      <dgm:prSet/>
      <dgm:spPr/>
      <dgm:t>
        <a:bodyPr/>
        <a:lstStyle/>
        <a:p>
          <a:endParaRPr lang="en-US"/>
        </a:p>
      </dgm:t>
    </dgm:pt>
    <dgm:pt modelId="{5D44FF2E-73DC-48BC-AEA6-DD4D2F645D07}" type="sibTrans" cxnId="{3358A914-BA2E-406A-A919-7C74DC449E10}">
      <dgm:prSet/>
      <dgm:spPr/>
      <dgm:t>
        <a:bodyPr/>
        <a:lstStyle/>
        <a:p>
          <a:endParaRPr lang="en-US"/>
        </a:p>
      </dgm:t>
    </dgm:pt>
    <dgm:pt modelId="{66EBCA73-6657-3E44-9DA6-14509B54DB3D}" type="pres">
      <dgm:prSet presAssocID="{AB812DA9-1F10-4B28-BDA0-CADC1D1CCEC2}" presName="hierChild1" presStyleCnt="0">
        <dgm:presLayoutVars>
          <dgm:chPref val="1"/>
          <dgm:dir/>
          <dgm:animOne val="branch"/>
          <dgm:animLvl val="lvl"/>
          <dgm:resizeHandles/>
        </dgm:presLayoutVars>
      </dgm:prSet>
      <dgm:spPr/>
    </dgm:pt>
    <dgm:pt modelId="{EDF27D43-F0C6-8A4F-BF19-240BEBA55510}" type="pres">
      <dgm:prSet presAssocID="{472D3D94-F2C4-495F-A458-618C1FED0EF2}" presName="hierRoot1" presStyleCnt="0"/>
      <dgm:spPr/>
    </dgm:pt>
    <dgm:pt modelId="{A1A9BD00-8ED8-874A-81ED-D561FA88545C}" type="pres">
      <dgm:prSet presAssocID="{472D3D94-F2C4-495F-A458-618C1FED0EF2}" presName="composite" presStyleCnt="0"/>
      <dgm:spPr/>
    </dgm:pt>
    <dgm:pt modelId="{424B5A82-16F1-9942-8564-B4C23755AD37}" type="pres">
      <dgm:prSet presAssocID="{472D3D94-F2C4-495F-A458-618C1FED0EF2}" presName="background" presStyleLbl="node0" presStyleIdx="0" presStyleCnt="2"/>
      <dgm:spPr/>
    </dgm:pt>
    <dgm:pt modelId="{0CF4BB89-946A-F940-8DC5-EAC24A8A70C9}" type="pres">
      <dgm:prSet presAssocID="{472D3D94-F2C4-495F-A458-618C1FED0EF2}" presName="text" presStyleLbl="fgAcc0" presStyleIdx="0" presStyleCnt="2">
        <dgm:presLayoutVars>
          <dgm:chPref val="3"/>
        </dgm:presLayoutVars>
      </dgm:prSet>
      <dgm:spPr/>
    </dgm:pt>
    <dgm:pt modelId="{CBFFBD4B-1D6E-A74E-84CA-DD89B9269A3B}" type="pres">
      <dgm:prSet presAssocID="{472D3D94-F2C4-495F-A458-618C1FED0EF2}" presName="hierChild2" presStyleCnt="0"/>
      <dgm:spPr/>
    </dgm:pt>
    <dgm:pt modelId="{C731D633-84C0-214B-8021-5B64E61E464E}" type="pres">
      <dgm:prSet presAssocID="{4B555432-90F3-451C-BBA2-5E5CA7615D8C}" presName="hierRoot1" presStyleCnt="0"/>
      <dgm:spPr/>
    </dgm:pt>
    <dgm:pt modelId="{5F1584AB-84C7-C54C-8FBA-E42B2790F6BE}" type="pres">
      <dgm:prSet presAssocID="{4B555432-90F3-451C-BBA2-5E5CA7615D8C}" presName="composite" presStyleCnt="0"/>
      <dgm:spPr/>
    </dgm:pt>
    <dgm:pt modelId="{393C9BDB-95A0-C543-A692-4EEF50E15BED}" type="pres">
      <dgm:prSet presAssocID="{4B555432-90F3-451C-BBA2-5E5CA7615D8C}" presName="background" presStyleLbl="node0" presStyleIdx="1" presStyleCnt="2"/>
      <dgm:spPr/>
    </dgm:pt>
    <dgm:pt modelId="{B5562648-E775-4140-B336-155CF829B6B4}" type="pres">
      <dgm:prSet presAssocID="{4B555432-90F3-451C-BBA2-5E5CA7615D8C}" presName="text" presStyleLbl="fgAcc0" presStyleIdx="1" presStyleCnt="2">
        <dgm:presLayoutVars>
          <dgm:chPref val="3"/>
        </dgm:presLayoutVars>
      </dgm:prSet>
      <dgm:spPr/>
    </dgm:pt>
    <dgm:pt modelId="{8B89C1F1-620C-B24F-931D-DD63DC5783EC}" type="pres">
      <dgm:prSet presAssocID="{4B555432-90F3-451C-BBA2-5E5CA7615D8C}" presName="hierChild2" presStyleCnt="0"/>
      <dgm:spPr/>
    </dgm:pt>
  </dgm:ptLst>
  <dgm:cxnLst>
    <dgm:cxn modelId="{3358A914-BA2E-406A-A919-7C74DC449E10}" srcId="{AB812DA9-1F10-4B28-BDA0-CADC1D1CCEC2}" destId="{4B555432-90F3-451C-BBA2-5E5CA7615D8C}" srcOrd="1" destOrd="0" parTransId="{F1F9049B-CB5D-43D9-8447-9AD8E453445F}" sibTransId="{5D44FF2E-73DC-48BC-AEA6-DD4D2F645D07}"/>
    <dgm:cxn modelId="{AB3BD224-623A-284D-830E-EEFC94BB3ECC}" type="presOf" srcId="{AB812DA9-1F10-4B28-BDA0-CADC1D1CCEC2}" destId="{66EBCA73-6657-3E44-9DA6-14509B54DB3D}" srcOrd="0" destOrd="0" presId="urn:microsoft.com/office/officeart/2005/8/layout/hierarchy1"/>
    <dgm:cxn modelId="{E2E06560-6874-7E40-9875-5DBE32B21C0C}" type="presOf" srcId="{472D3D94-F2C4-495F-A458-618C1FED0EF2}" destId="{0CF4BB89-946A-F940-8DC5-EAC24A8A70C9}" srcOrd="0" destOrd="0" presId="urn:microsoft.com/office/officeart/2005/8/layout/hierarchy1"/>
    <dgm:cxn modelId="{4F69D99C-A586-B54F-8F09-2B5DBC8F0979}" type="presOf" srcId="{4B555432-90F3-451C-BBA2-5E5CA7615D8C}" destId="{B5562648-E775-4140-B336-155CF829B6B4}" srcOrd="0" destOrd="0" presId="urn:microsoft.com/office/officeart/2005/8/layout/hierarchy1"/>
    <dgm:cxn modelId="{47E62AB8-1748-425D-A4BD-0791F949045D}" srcId="{AB812DA9-1F10-4B28-BDA0-CADC1D1CCEC2}" destId="{472D3D94-F2C4-495F-A458-618C1FED0EF2}" srcOrd="0" destOrd="0" parTransId="{B760B4F0-84A2-4600-96A3-1788C6284FF5}" sibTransId="{2EA950C4-1537-4B6F-A099-F8CCF81ED967}"/>
    <dgm:cxn modelId="{C2929287-466A-4B4A-9CE2-FE8771722982}" type="presParOf" srcId="{66EBCA73-6657-3E44-9DA6-14509B54DB3D}" destId="{EDF27D43-F0C6-8A4F-BF19-240BEBA55510}" srcOrd="0" destOrd="0" presId="urn:microsoft.com/office/officeart/2005/8/layout/hierarchy1"/>
    <dgm:cxn modelId="{588B6D1D-354C-8644-BDFE-4C0C9C35ADD5}" type="presParOf" srcId="{EDF27D43-F0C6-8A4F-BF19-240BEBA55510}" destId="{A1A9BD00-8ED8-874A-81ED-D561FA88545C}" srcOrd="0" destOrd="0" presId="urn:microsoft.com/office/officeart/2005/8/layout/hierarchy1"/>
    <dgm:cxn modelId="{27991367-5002-F949-88DD-31CBB8D96D67}" type="presParOf" srcId="{A1A9BD00-8ED8-874A-81ED-D561FA88545C}" destId="{424B5A82-16F1-9942-8564-B4C23755AD37}" srcOrd="0" destOrd="0" presId="urn:microsoft.com/office/officeart/2005/8/layout/hierarchy1"/>
    <dgm:cxn modelId="{118F56B8-A0D7-CB44-AFEE-127D96ADAC06}" type="presParOf" srcId="{A1A9BD00-8ED8-874A-81ED-D561FA88545C}" destId="{0CF4BB89-946A-F940-8DC5-EAC24A8A70C9}" srcOrd="1" destOrd="0" presId="urn:microsoft.com/office/officeart/2005/8/layout/hierarchy1"/>
    <dgm:cxn modelId="{B825B98C-A540-104D-8B1F-1779DC40DFFF}" type="presParOf" srcId="{EDF27D43-F0C6-8A4F-BF19-240BEBA55510}" destId="{CBFFBD4B-1D6E-A74E-84CA-DD89B9269A3B}" srcOrd="1" destOrd="0" presId="urn:microsoft.com/office/officeart/2005/8/layout/hierarchy1"/>
    <dgm:cxn modelId="{F6A432E7-2F41-0847-B98F-5E918CB3A017}" type="presParOf" srcId="{66EBCA73-6657-3E44-9DA6-14509B54DB3D}" destId="{C731D633-84C0-214B-8021-5B64E61E464E}" srcOrd="1" destOrd="0" presId="urn:microsoft.com/office/officeart/2005/8/layout/hierarchy1"/>
    <dgm:cxn modelId="{FD304376-9103-0B4C-A223-297E7628A156}" type="presParOf" srcId="{C731D633-84C0-214B-8021-5B64E61E464E}" destId="{5F1584AB-84C7-C54C-8FBA-E42B2790F6BE}" srcOrd="0" destOrd="0" presId="urn:microsoft.com/office/officeart/2005/8/layout/hierarchy1"/>
    <dgm:cxn modelId="{C37E4913-E137-6642-BFE8-63AF32AF82B1}" type="presParOf" srcId="{5F1584AB-84C7-C54C-8FBA-E42B2790F6BE}" destId="{393C9BDB-95A0-C543-A692-4EEF50E15BED}" srcOrd="0" destOrd="0" presId="urn:microsoft.com/office/officeart/2005/8/layout/hierarchy1"/>
    <dgm:cxn modelId="{B5AC79D6-187D-2D45-98B1-FA37F63D031F}" type="presParOf" srcId="{5F1584AB-84C7-C54C-8FBA-E42B2790F6BE}" destId="{B5562648-E775-4140-B336-155CF829B6B4}" srcOrd="1" destOrd="0" presId="urn:microsoft.com/office/officeart/2005/8/layout/hierarchy1"/>
    <dgm:cxn modelId="{1783A42F-C3BC-B141-BC15-072F0CE2BDDD}" type="presParOf" srcId="{C731D633-84C0-214B-8021-5B64E61E464E}" destId="{8B89C1F1-620C-B24F-931D-DD63DC5783E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D029BD-C73F-BC47-B4FE-5E7ABE480F56}">
      <dsp:nvSpPr>
        <dsp:cNvPr id="0" name=""/>
        <dsp:cNvSpPr/>
      </dsp:nvSpPr>
      <dsp:spPr>
        <a:xfrm>
          <a:off x="3364992" y="2178"/>
          <a:ext cx="3785616" cy="104775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a:t>Was an athletic sprinter-had dreams of going pro</a:t>
          </a:r>
        </a:p>
      </dsp:txBody>
      <dsp:txXfrm>
        <a:off x="3416139" y="53325"/>
        <a:ext cx="3683322" cy="945461"/>
      </dsp:txXfrm>
    </dsp:sp>
    <dsp:sp modelId="{886453A1-8101-8441-BC4A-3334462F6F2B}">
      <dsp:nvSpPr>
        <dsp:cNvPr id="0" name=""/>
        <dsp:cNvSpPr/>
      </dsp:nvSpPr>
      <dsp:spPr>
        <a:xfrm>
          <a:off x="3364992" y="1102322"/>
          <a:ext cx="3785616" cy="104775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a:t>Born in Osaka, Japan in 1958</a:t>
          </a:r>
        </a:p>
      </dsp:txBody>
      <dsp:txXfrm>
        <a:off x="3416139" y="1153469"/>
        <a:ext cx="3683322" cy="945461"/>
      </dsp:txXfrm>
    </dsp:sp>
    <dsp:sp modelId="{53535AF1-668E-3F45-8B0F-280599B9C8E9}">
      <dsp:nvSpPr>
        <dsp:cNvPr id="0" name=""/>
        <dsp:cNvSpPr/>
      </dsp:nvSpPr>
      <dsp:spPr>
        <a:xfrm>
          <a:off x="3364992" y="2202465"/>
          <a:ext cx="3785616" cy="104775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a:t>Pool incident at the age of 11-caused her to go blind</a:t>
          </a:r>
        </a:p>
      </dsp:txBody>
      <dsp:txXfrm>
        <a:off x="3416139" y="2253612"/>
        <a:ext cx="3683322" cy="945461"/>
      </dsp:txXfrm>
    </dsp:sp>
    <dsp:sp modelId="{BEA7F135-5CB0-CA49-AD8C-A4E2FA0949D9}">
      <dsp:nvSpPr>
        <dsp:cNvPr id="0" name=""/>
        <dsp:cNvSpPr/>
      </dsp:nvSpPr>
      <dsp:spPr>
        <a:xfrm>
          <a:off x="3364992" y="3302609"/>
          <a:ext cx="3785616" cy="104775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a:t>Inspired to further develop technology accessibility because of blindness</a:t>
          </a:r>
        </a:p>
      </dsp:txBody>
      <dsp:txXfrm>
        <a:off x="3416139" y="3353756"/>
        <a:ext cx="3683322" cy="9454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1A2AFB-D5FB-7A47-9B6D-7A9B573DB7F4}">
      <dsp:nvSpPr>
        <dsp:cNvPr id="0" name=""/>
        <dsp:cNvSpPr/>
      </dsp:nvSpPr>
      <dsp:spPr>
        <a:xfrm>
          <a:off x="1020724" y="463030"/>
          <a:ext cx="1264638" cy="416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a:t>Biography</a:t>
          </a:r>
        </a:p>
      </dsp:txBody>
      <dsp:txXfrm>
        <a:off x="1020724" y="463030"/>
        <a:ext cx="1264638" cy="416755"/>
      </dsp:txXfrm>
    </dsp:sp>
    <dsp:sp modelId="{21B65260-0182-CF49-AAFE-71A22E81D6EB}">
      <dsp:nvSpPr>
        <dsp:cNvPr id="0" name=""/>
        <dsp:cNvSpPr/>
      </dsp:nvSpPr>
      <dsp:spPr>
        <a:xfrm>
          <a:off x="1019287" y="336279"/>
          <a:ext cx="100596" cy="10059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F45B2D-85B0-9F4A-A3AB-C411539A1E65}">
      <dsp:nvSpPr>
        <dsp:cNvPr id="0" name=""/>
        <dsp:cNvSpPr/>
      </dsp:nvSpPr>
      <dsp:spPr>
        <a:xfrm>
          <a:off x="1089704" y="195444"/>
          <a:ext cx="100596" cy="10059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DACEF0-8B92-CF49-A13D-B4426E641513}">
      <dsp:nvSpPr>
        <dsp:cNvPr id="0" name=""/>
        <dsp:cNvSpPr/>
      </dsp:nvSpPr>
      <dsp:spPr>
        <a:xfrm>
          <a:off x="1258706" y="223611"/>
          <a:ext cx="158079" cy="15807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931967-2B8B-724B-AF02-195F048F27BF}">
      <dsp:nvSpPr>
        <dsp:cNvPr id="0" name=""/>
        <dsp:cNvSpPr/>
      </dsp:nvSpPr>
      <dsp:spPr>
        <a:xfrm>
          <a:off x="1399541" y="68693"/>
          <a:ext cx="100596" cy="10059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FE45D6-1533-F24A-A27C-425B62819553}">
      <dsp:nvSpPr>
        <dsp:cNvPr id="0" name=""/>
        <dsp:cNvSpPr/>
      </dsp:nvSpPr>
      <dsp:spPr>
        <a:xfrm>
          <a:off x="1582626" y="12359"/>
          <a:ext cx="100596" cy="10059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BF0932-F280-3F48-9CA3-6950AD73A54E}">
      <dsp:nvSpPr>
        <dsp:cNvPr id="0" name=""/>
        <dsp:cNvSpPr/>
      </dsp:nvSpPr>
      <dsp:spPr>
        <a:xfrm>
          <a:off x="1807961" y="110943"/>
          <a:ext cx="100596" cy="10059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0E4425-947C-3C47-AA57-CEC43E733030}">
      <dsp:nvSpPr>
        <dsp:cNvPr id="0" name=""/>
        <dsp:cNvSpPr/>
      </dsp:nvSpPr>
      <dsp:spPr>
        <a:xfrm>
          <a:off x="1948796" y="181360"/>
          <a:ext cx="158079" cy="15807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C2847D-AB67-3043-A829-E7AFA41480EC}">
      <dsp:nvSpPr>
        <dsp:cNvPr id="0" name=""/>
        <dsp:cNvSpPr/>
      </dsp:nvSpPr>
      <dsp:spPr>
        <a:xfrm>
          <a:off x="2145965" y="336279"/>
          <a:ext cx="100596" cy="10059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AE854D-F331-1045-A4E6-995800028C8E}">
      <dsp:nvSpPr>
        <dsp:cNvPr id="0" name=""/>
        <dsp:cNvSpPr/>
      </dsp:nvSpPr>
      <dsp:spPr>
        <a:xfrm>
          <a:off x="2230466" y="491197"/>
          <a:ext cx="100596" cy="10059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E08846-B174-D440-8CAD-840CB832E19B}">
      <dsp:nvSpPr>
        <dsp:cNvPr id="0" name=""/>
        <dsp:cNvSpPr/>
      </dsp:nvSpPr>
      <dsp:spPr>
        <a:xfrm>
          <a:off x="1498125" y="195444"/>
          <a:ext cx="258676" cy="25867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ECFC03-9455-AC4A-8C34-37B2307535B3}">
      <dsp:nvSpPr>
        <dsp:cNvPr id="0" name=""/>
        <dsp:cNvSpPr/>
      </dsp:nvSpPr>
      <dsp:spPr>
        <a:xfrm>
          <a:off x="948869" y="730616"/>
          <a:ext cx="100596" cy="10059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0618A0-C8AA-2444-837E-BC7594B958C2}">
      <dsp:nvSpPr>
        <dsp:cNvPr id="0" name=""/>
        <dsp:cNvSpPr/>
      </dsp:nvSpPr>
      <dsp:spPr>
        <a:xfrm>
          <a:off x="1033370" y="857367"/>
          <a:ext cx="158079" cy="15807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CADEB3-FEC6-434C-B16C-D145A5A93682}">
      <dsp:nvSpPr>
        <dsp:cNvPr id="0" name=""/>
        <dsp:cNvSpPr/>
      </dsp:nvSpPr>
      <dsp:spPr>
        <a:xfrm>
          <a:off x="1244622" y="970035"/>
          <a:ext cx="229934" cy="229934"/>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FAA1DF-5479-1D46-9EA8-A0BDFEB84BFD}">
      <dsp:nvSpPr>
        <dsp:cNvPr id="0" name=""/>
        <dsp:cNvSpPr/>
      </dsp:nvSpPr>
      <dsp:spPr>
        <a:xfrm>
          <a:off x="1540375" y="1153120"/>
          <a:ext cx="100596" cy="10059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8A7369-24C6-E847-88EE-DFEE56BAC2D1}">
      <dsp:nvSpPr>
        <dsp:cNvPr id="0" name=""/>
        <dsp:cNvSpPr/>
      </dsp:nvSpPr>
      <dsp:spPr>
        <a:xfrm>
          <a:off x="1596709" y="970035"/>
          <a:ext cx="158079" cy="15807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828184-A4E3-0E42-A24D-F9ACB4D48098}">
      <dsp:nvSpPr>
        <dsp:cNvPr id="0" name=""/>
        <dsp:cNvSpPr/>
      </dsp:nvSpPr>
      <dsp:spPr>
        <a:xfrm>
          <a:off x="1737544" y="1167204"/>
          <a:ext cx="100596" cy="10059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3191DE-6602-094F-A470-D76A82A58C0E}">
      <dsp:nvSpPr>
        <dsp:cNvPr id="0" name=""/>
        <dsp:cNvSpPr/>
      </dsp:nvSpPr>
      <dsp:spPr>
        <a:xfrm>
          <a:off x="1864295" y="941868"/>
          <a:ext cx="229934" cy="229934"/>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8E8EB2-0B8A-D54E-8E1F-B332874A11FE}">
      <dsp:nvSpPr>
        <dsp:cNvPr id="0" name=""/>
        <dsp:cNvSpPr/>
      </dsp:nvSpPr>
      <dsp:spPr>
        <a:xfrm>
          <a:off x="2174132" y="885534"/>
          <a:ext cx="158079" cy="15807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3CB96D-0EB3-BB45-9691-956D4384A4E0}">
      <dsp:nvSpPr>
        <dsp:cNvPr id="0" name=""/>
        <dsp:cNvSpPr/>
      </dsp:nvSpPr>
      <dsp:spPr>
        <a:xfrm>
          <a:off x="0" y="11676"/>
          <a:ext cx="10515600" cy="1302210"/>
        </a:xfrm>
        <a:prstGeom prst="roundRect">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1930" tIns="201930" rIns="201930" bIns="201930" numCol="1" spcCol="1270" anchor="ctr" anchorCtr="0">
          <a:noAutofit/>
        </a:bodyPr>
        <a:lstStyle/>
        <a:p>
          <a:pPr marL="0" lvl="0" indent="0" algn="l" defTabSz="2355850">
            <a:lnSpc>
              <a:spcPct val="90000"/>
            </a:lnSpc>
            <a:spcBef>
              <a:spcPct val="0"/>
            </a:spcBef>
            <a:spcAft>
              <a:spcPct val="35000"/>
            </a:spcAft>
            <a:buNone/>
          </a:pPr>
          <a:r>
            <a:rPr lang="en-US" sz="5300" kern="1200"/>
            <a:t>Contribution</a:t>
          </a:r>
        </a:p>
      </dsp:txBody>
      <dsp:txXfrm>
        <a:off x="63569" y="75245"/>
        <a:ext cx="10388462" cy="11750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EBA22C-3F5F-E84B-87AD-42A7E4902896}">
      <dsp:nvSpPr>
        <dsp:cNvPr id="0" name=""/>
        <dsp:cNvSpPr/>
      </dsp:nvSpPr>
      <dsp:spPr>
        <a:xfrm>
          <a:off x="0" y="352809"/>
          <a:ext cx="10515600"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0028D2-88EF-BE40-885E-CDA186737630}">
      <dsp:nvSpPr>
        <dsp:cNvPr id="0" name=""/>
        <dsp:cNvSpPr/>
      </dsp:nvSpPr>
      <dsp:spPr>
        <a:xfrm>
          <a:off x="525780" y="72369"/>
          <a:ext cx="7360920"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US" sz="1900" kern="1200"/>
            <a:t>Studied computer programming</a:t>
          </a:r>
        </a:p>
      </dsp:txBody>
      <dsp:txXfrm>
        <a:off x="553160" y="99749"/>
        <a:ext cx="7306160" cy="506120"/>
      </dsp:txXfrm>
    </dsp:sp>
    <dsp:sp modelId="{C48D9E59-4CF2-8440-9696-C0B6D943A547}">
      <dsp:nvSpPr>
        <dsp:cNvPr id="0" name=""/>
        <dsp:cNvSpPr/>
      </dsp:nvSpPr>
      <dsp:spPr>
        <a:xfrm>
          <a:off x="0" y="1214649"/>
          <a:ext cx="10515600"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6D7436-4D65-584D-9121-97D35A8F9EEF}">
      <dsp:nvSpPr>
        <dsp:cNvPr id="0" name=""/>
        <dsp:cNvSpPr/>
      </dsp:nvSpPr>
      <dsp:spPr>
        <a:xfrm>
          <a:off x="525780" y="934209"/>
          <a:ext cx="7360920"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US" sz="1900" kern="1200"/>
            <a:t>Joined the IBM full time</a:t>
          </a:r>
        </a:p>
      </dsp:txBody>
      <dsp:txXfrm>
        <a:off x="553160" y="961589"/>
        <a:ext cx="7306160" cy="506120"/>
      </dsp:txXfrm>
    </dsp:sp>
    <dsp:sp modelId="{11E9C5F6-5BFF-F049-85CC-7E644E75B372}">
      <dsp:nvSpPr>
        <dsp:cNvPr id="0" name=""/>
        <dsp:cNvSpPr/>
      </dsp:nvSpPr>
      <dsp:spPr>
        <a:xfrm>
          <a:off x="0" y="2076489"/>
          <a:ext cx="10515600"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0E5A32-42E7-424B-B661-CCF1D0066A8B}">
      <dsp:nvSpPr>
        <dsp:cNvPr id="0" name=""/>
        <dsp:cNvSpPr/>
      </dsp:nvSpPr>
      <dsp:spPr>
        <a:xfrm>
          <a:off x="525780" y="1796049"/>
          <a:ext cx="7360920"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US" sz="1900" kern="1200"/>
            <a:t>Developed home page</a:t>
          </a:r>
        </a:p>
      </dsp:txBody>
      <dsp:txXfrm>
        <a:off x="553160" y="1823429"/>
        <a:ext cx="7306160" cy="506120"/>
      </dsp:txXfrm>
    </dsp:sp>
    <dsp:sp modelId="{E6D42CDD-3C28-0948-A88C-245CC6F821CB}">
      <dsp:nvSpPr>
        <dsp:cNvPr id="0" name=""/>
        <dsp:cNvSpPr/>
      </dsp:nvSpPr>
      <dsp:spPr>
        <a:xfrm>
          <a:off x="0" y="2938329"/>
          <a:ext cx="10515600"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4AD9A98-4CA9-154D-8560-6A26B8A2A620}">
      <dsp:nvSpPr>
        <dsp:cNvPr id="0" name=""/>
        <dsp:cNvSpPr/>
      </dsp:nvSpPr>
      <dsp:spPr>
        <a:xfrm>
          <a:off x="525780" y="2657889"/>
          <a:ext cx="7360920"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US" sz="1900" kern="1200"/>
            <a:t>Developed screen readers and voice-based web technology</a:t>
          </a:r>
        </a:p>
      </dsp:txBody>
      <dsp:txXfrm>
        <a:off x="553160" y="2685269"/>
        <a:ext cx="7306160" cy="506120"/>
      </dsp:txXfrm>
    </dsp:sp>
    <dsp:sp modelId="{31EC73F8-94F9-564D-B6AB-071295A9BA47}">
      <dsp:nvSpPr>
        <dsp:cNvPr id="0" name=""/>
        <dsp:cNvSpPr/>
      </dsp:nvSpPr>
      <dsp:spPr>
        <a:xfrm>
          <a:off x="0" y="3800169"/>
          <a:ext cx="10515600"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06C1E5-636A-464B-98AF-63786364F62A}">
      <dsp:nvSpPr>
        <dsp:cNvPr id="0" name=""/>
        <dsp:cNvSpPr/>
      </dsp:nvSpPr>
      <dsp:spPr>
        <a:xfrm>
          <a:off x="525780" y="3519729"/>
          <a:ext cx="7360920"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US" sz="1900" kern="1200"/>
            <a:t>Major impact world-wide</a:t>
          </a:r>
        </a:p>
      </dsp:txBody>
      <dsp:txXfrm>
        <a:off x="553160" y="3547109"/>
        <a:ext cx="7306160" cy="5061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C6E65-37E6-0C4C-9012-5E11D96894E1}">
      <dsp:nvSpPr>
        <dsp:cNvPr id="0" name=""/>
        <dsp:cNvSpPr/>
      </dsp:nvSpPr>
      <dsp:spPr>
        <a:xfrm>
          <a:off x="134291"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531E50-FA14-F54A-9A05-6A8D5119E0DF}">
      <dsp:nvSpPr>
        <dsp:cNvPr id="0" name=""/>
        <dsp:cNvSpPr/>
      </dsp:nvSpPr>
      <dsp:spPr>
        <a:xfrm>
          <a:off x="615713"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Accessibility for disabled users is only set to increase</a:t>
          </a:r>
        </a:p>
      </dsp:txBody>
      <dsp:txXfrm>
        <a:off x="696297" y="538547"/>
        <a:ext cx="4171627" cy="2590157"/>
      </dsp:txXfrm>
    </dsp:sp>
    <dsp:sp modelId="{090FD7A0-CF4A-A748-AE07-66B386F0E1BC}">
      <dsp:nvSpPr>
        <dsp:cNvPr id="0" name=""/>
        <dsp:cNvSpPr/>
      </dsp:nvSpPr>
      <dsp:spPr>
        <a:xfrm>
          <a:off x="5429930"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5EB81A-22E5-2947-8301-B60CF2CF3209}">
      <dsp:nvSpPr>
        <dsp:cNvPr id="0" name=""/>
        <dsp:cNvSpPr/>
      </dsp:nvSpPr>
      <dsp:spPr>
        <a:xfrm>
          <a:off x="5911352"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Evolution of AI</a:t>
          </a:r>
        </a:p>
      </dsp:txBody>
      <dsp:txXfrm>
        <a:off x="5991936" y="538547"/>
        <a:ext cx="4171627" cy="259015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700754-E4B5-B74E-890E-AD7887FDC07A}">
      <dsp:nvSpPr>
        <dsp:cNvPr id="0" name=""/>
        <dsp:cNvSpPr/>
      </dsp:nvSpPr>
      <dsp:spPr>
        <a:xfrm>
          <a:off x="3493" y="593292"/>
          <a:ext cx="5010366" cy="300622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822450">
            <a:lnSpc>
              <a:spcPct val="90000"/>
            </a:lnSpc>
            <a:spcBef>
              <a:spcPct val="0"/>
            </a:spcBef>
            <a:spcAft>
              <a:spcPct val="35000"/>
            </a:spcAft>
            <a:buNone/>
          </a:pPr>
          <a:r>
            <a:rPr lang="en-US" sz="4100" kern="1200"/>
            <a:t>Chieko Asakawa</a:t>
          </a:r>
        </a:p>
        <a:p>
          <a:pPr marL="285750" lvl="1" indent="-285750" algn="l" defTabSz="1422400">
            <a:lnSpc>
              <a:spcPct val="90000"/>
            </a:lnSpc>
            <a:spcBef>
              <a:spcPct val="0"/>
            </a:spcBef>
            <a:spcAft>
              <a:spcPct val="15000"/>
            </a:spcAft>
            <a:buChar char="•"/>
          </a:pPr>
          <a:r>
            <a:rPr lang="en-US" sz="3200" kern="1200"/>
            <a:t>Blind female computer scientist</a:t>
          </a:r>
        </a:p>
        <a:p>
          <a:pPr marL="285750" lvl="1" indent="-285750" algn="l" defTabSz="1422400">
            <a:lnSpc>
              <a:spcPct val="90000"/>
            </a:lnSpc>
            <a:spcBef>
              <a:spcPct val="0"/>
            </a:spcBef>
            <a:spcAft>
              <a:spcPct val="15000"/>
            </a:spcAft>
            <a:buChar char="•"/>
          </a:pPr>
          <a:r>
            <a:rPr lang="en-US" sz="3200" kern="1200"/>
            <a:t>Helped grow disability accessibility</a:t>
          </a:r>
        </a:p>
      </dsp:txBody>
      <dsp:txXfrm>
        <a:off x="3493" y="593292"/>
        <a:ext cx="5010366" cy="3006220"/>
      </dsp:txXfrm>
    </dsp:sp>
    <dsp:sp modelId="{3F731B86-4EE5-FA45-92F6-A95EB3916280}">
      <dsp:nvSpPr>
        <dsp:cNvPr id="0" name=""/>
        <dsp:cNvSpPr/>
      </dsp:nvSpPr>
      <dsp:spPr>
        <a:xfrm flipV="1">
          <a:off x="9292569" y="1648986"/>
          <a:ext cx="751555" cy="455168"/>
        </a:xfrm>
        <a:prstGeom prst="rightArrow">
          <a:avLst>
            <a:gd name="adj1" fmla="val 50000"/>
            <a:gd name="adj2" fmla="val 5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356D73-E159-4E4A-AA50-669DA9A2286F}">
      <dsp:nvSpPr>
        <dsp:cNvPr id="0" name=""/>
        <dsp:cNvSpPr/>
      </dsp:nvSpPr>
      <dsp:spPr>
        <a:xfrm>
          <a:off x="5913968" y="593292"/>
          <a:ext cx="5010366" cy="300622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822450">
            <a:lnSpc>
              <a:spcPct val="90000"/>
            </a:lnSpc>
            <a:spcBef>
              <a:spcPct val="0"/>
            </a:spcBef>
            <a:spcAft>
              <a:spcPct val="35000"/>
            </a:spcAft>
            <a:buNone/>
          </a:pPr>
          <a:r>
            <a:rPr lang="en-US" sz="4100" kern="1200"/>
            <a:t>Katherine Johnson</a:t>
          </a:r>
        </a:p>
        <a:p>
          <a:pPr marL="285750" lvl="1" indent="-285750" algn="l" defTabSz="1422400">
            <a:lnSpc>
              <a:spcPct val="90000"/>
            </a:lnSpc>
            <a:spcBef>
              <a:spcPct val="0"/>
            </a:spcBef>
            <a:spcAft>
              <a:spcPct val="15000"/>
            </a:spcAft>
            <a:buChar char="•"/>
          </a:pPr>
          <a:r>
            <a:rPr lang="en-US" sz="3200" kern="1200"/>
            <a:t>Black female mathematician</a:t>
          </a:r>
        </a:p>
        <a:p>
          <a:pPr marL="285750" lvl="1" indent="-285750" algn="l" defTabSz="1422400">
            <a:lnSpc>
              <a:spcPct val="90000"/>
            </a:lnSpc>
            <a:spcBef>
              <a:spcPct val="0"/>
            </a:spcBef>
            <a:spcAft>
              <a:spcPct val="15000"/>
            </a:spcAft>
            <a:buChar char="•"/>
          </a:pPr>
          <a:r>
            <a:rPr lang="en-US" sz="3200" kern="1200"/>
            <a:t>Helped NASA put the first man on the moon</a:t>
          </a:r>
        </a:p>
      </dsp:txBody>
      <dsp:txXfrm>
        <a:off x="5913968" y="593292"/>
        <a:ext cx="5010366" cy="30062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4B5A82-16F1-9942-8564-B4C23755AD37}">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F4BB89-946A-F940-8DC5-EAC24A8A70C9}">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Computer science is heavily male dominated</a:t>
          </a:r>
        </a:p>
      </dsp:txBody>
      <dsp:txXfrm>
        <a:off x="696297" y="538547"/>
        <a:ext cx="4171627" cy="2590157"/>
      </dsp:txXfrm>
    </dsp:sp>
    <dsp:sp modelId="{393C9BDB-95A0-C543-A692-4EEF50E15BED}">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562648-E775-4140-B336-155CF829B6B4}">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Accident caused her to become blind at a young age</a:t>
          </a:r>
        </a:p>
      </dsp:txBody>
      <dsp:txXfrm>
        <a:off x="5991936" y="538547"/>
        <a:ext cx="4171627" cy="259015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BasicProcessNew">
  <dgm:title val="Basic Process New"/>
  <dgm:desc val=""/>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fact="0.15"/>
      <dgm:constr type="h" for="ch" forName="sibTrans" op="equ"/>
    </dgm:constrLst>
    <dgm:ruleLst>
      <dgm:rule type="h" for="ch" forName="sibTrans" val="6.75" fact="NaN" max="NaN"/>
      <dgm:rule type="w" for="ch" forName="sibTrans" val="8.75" fact="NaN" max="NaN"/>
    </dgm:ruleLst>
    <dgm:forEach name="nodesForEach" axis="ch" ptType="node">
      <dgm:layoutNode name="node">
        <dgm:varLst>
          <dgm:bulletEnabled val="1"/>
        </dgm:varLst>
        <dgm:alg type="tx"/>
        <dgm:shape xmlns:r="http://schemas.openxmlformats.org/officeDocument/2006/relationships" type="rect" r:blip="">
          <dgm:adjLst>
            <dgm:adj idx="1" val="0.1"/>
          </dgm:adjLst>
        </dgm:shape>
        <dgm:presOf axis="desOrSelf" ptType="node"/>
        <dgm:constrLst>
          <dgm:constr type="h" refType="w" fact="0.6"/>
          <dgm:constr type="lMarg" val="12"/>
          <dgm:constr type="rMarg" val="12"/>
          <dgm:constr type="tMarg" val="12"/>
          <dgm:constr type="bMarg" val="12"/>
        </dgm:constrLst>
        <dgm:ruleLst>
          <dgm:rule type="primFontSz" val="11" fact="NaN" max="NaN"/>
          <dgm:rule type="primFontSz" val="18" fact="NaN" max="NaN"/>
          <dgm:rule type="h" val="NaN" fact="1.5" max="NaN"/>
          <dgm:rule type="primFontSz" val="11" fact="NaN" max="NaN"/>
          <dgm:rule type="h" val="INF" fact="NaN" max="NaN"/>
        </dgm:ruleLst>
      </dgm:layoutNode>
      <dgm:forEach name="sibTransForEach" axis="followSib" ptType="sibTrans" cnt="1">
        <dgm:layoutNode name="sibTransSpacerBeforeConnector" styleLbl="node1">
          <dgm:alg type="sp"/>
          <dgm:shape xmlns:r="http://schemas.openxmlformats.org/officeDocument/2006/relationships" r:blip="">
            <dgm:adjLst/>
          </dgm:shape>
          <dgm:constrLst>
            <dgm:constr type="w" val="4.5"/>
          </dgm:constrLst>
          <dgm:presOf/>
          <dgm:ruleLst>
            <dgm:rule type="w" val="4.5" fact="NaN" max="NaN"/>
          </dgm:ruleLst>
        </dgm:layoutNode>
        <dgm:layoutNode name="sibTrans" styleLbl="node1">
          <dgm:alg type="sp"/>
          <dgm:shape xmlns:r="http://schemas.openxmlformats.org/officeDocument/2006/relationships" type="rightArrow" r:blip="">
            <dgm:adjLst>
              <dgm:adj idx="1" val="0.5"/>
            </dgm:adjLst>
          </dgm:shape>
          <dgm:presOf axis="self"/>
          <dgm:constrLst>
            <dgm:constr type="h" val="6.75"/>
          </dgm:constrLst>
          <dgm:ruleLst>
            <dgm:rule type="h" val="6.75" fact="NaN" max="NaN"/>
            <dgm:rule type="w" val="8.75" fact="NaN" max="NaN"/>
          </dgm:ruleLst>
        </dgm:layoutNode>
        <dgm:layoutNode name="sibTransSpacerAfterConnector">
          <dgm:alg type="sp"/>
          <dgm:shape xmlns:r="http://schemas.openxmlformats.org/officeDocument/2006/relationships" r:blip="">
            <dgm:adjLst/>
          </dgm:shape>
          <dgm:constrLst>
            <dgm:constr type="w" val="4.5"/>
          </dgm:constrLst>
          <dgm:presOf/>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434E04-CFCD-F041-A38E-3030F9704A8D}" type="datetimeFigureOut">
              <a:rPr lang="en-US" smtClean="0"/>
              <a:t>5/19/26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026258-ED1B-AE43-97B6-692B7655229E}" type="slidenum">
              <a:rPr lang="en-US" smtClean="0"/>
              <a:t>‹#›</a:t>
            </a:fld>
            <a:endParaRPr lang="en-US"/>
          </a:p>
        </p:txBody>
      </p:sp>
    </p:spTree>
    <p:extLst>
      <p:ext uri="{BB962C8B-B14F-4D97-AF65-F5344CB8AC3E}">
        <p14:creationId xmlns:p14="http://schemas.microsoft.com/office/powerpoint/2010/main" val="1683690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 already successful Braille editing system can become even more easy to use once AI is integrated into it. This will allow visually impaired users to go beyond just editing and reading documents. For example, AI could interpret a graph on screen and tell the user aloud the highlights so they will be able to visualize it.</a:t>
            </a:r>
          </a:p>
        </p:txBody>
      </p:sp>
      <p:sp>
        <p:nvSpPr>
          <p:cNvPr id="4" name="Slide Number Placeholder 3"/>
          <p:cNvSpPr>
            <a:spLocks noGrp="1"/>
          </p:cNvSpPr>
          <p:nvPr>
            <p:ph type="sldNum" sz="quarter" idx="5"/>
          </p:nvPr>
        </p:nvSpPr>
        <p:spPr/>
        <p:txBody>
          <a:bodyPr/>
          <a:lstStyle/>
          <a:p>
            <a:fld id="{86026258-ED1B-AE43-97B6-692B7655229E}" type="slidenum">
              <a:rPr lang="en-US" smtClean="0"/>
              <a:t>4</a:t>
            </a:fld>
            <a:endParaRPr lang="en-US"/>
          </a:p>
        </p:txBody>
      </p:sp>
    </p:spTree>
    <p:extLst>
      <p:ext uri="{BB962C8B-B14F-4D97-AF65-F5344CB8AC3E}">
        <p14:creationId xmlns:p14="http://schemas.microsoft.com/office/powerpoint/2010/main" val="271361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Ultimately chose Chieko due to the fact the Katherine Johnson’s story was recently told in the movie ”Hidden Figures”, which came out in 2016</a:t>
            </a:r>
          </a:p>
        </p:txBody>
      </p:sp>
      <p:sp>
        <p:nvSpPr>
          <p:cNvPr id="4" name="Slide Number Placeholder 3"/>
          <p:cNvSpPr>
            <a:spLocks noGrp="1"/>
          </p:cNvSpPr>
          <p:nvPr>
            <p:ph type="sldNum" sz="quarter" idx="5"/>
          </p:nvPr>
        </p:nvSpPr>
        <p:spPr/>
        <p:txBody>
          <a:bodyPr/>
          <a:lstStyle/>
          <a:p>
            <a:fld id="{86026258-ED1B-AE43-97B6-692B7655229E}" type="slidenum">
              <a:rPr lang="en-US" smtClean="0"/>
              <a:t>5</a:t>
            </a:fld>
            <a:endParaRPr lang="en-US"/>
          </a:p>
        </p:txBody>
      </p:sp>
    </p:spTree>
    <p:extLst>
      <p:ext uri="{BB962C8B-B14F-4D97-AF65-F5344CB8AC3E}">
        <p14:creationId xmlns:p14="http://schemas.microsoft.com/office/powerpoint/2010/main" val="4012498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Computer science is a heavily male dominated field, especially in leadership roles, so Asakawa holding the high position of IBM fellow is very rare.</a:t>
            </a:r>
          </a:p>
          <a:p>
            <a:r>
              <a:rPr lang="en-US"/>
              <a:t>Computer science being a highly visual field of work makes it difficult for someone who is blind to excel, however, Chieko has been involved in the expansion of disability accessibility in computing. </a:t>
            </a:r>
          </a:p>
        </p:txBody>
      </p:sp>
      <p:sp>
        <p:nvSpPr>
          <p:cNvPr id="4" name="Slide Number Placeholder 3"/>
          <p:cNvSpPr>
            <a:spLocks noGrp="1"/>
          </p:cNvSpPr>
          <p:nvPr>
            <p:ph type="sldNum" sz="quarter" idx="5"/>
          </p:nvPr>
        </p:nvSpPr>
        <p:spPr/>
        <p:txBody>
          <a:bodyPr/>
          <a:lstStyle/>
          <a:p>
            <a:fld id="{86026258-ED1B-AE43-97B6-692B7655229E}" type="slidenum">
              <a:rPr lang="en-US" smtClean="0"/>
              <a:t>6</a:t>
            </a:fld>
            <a:endParaRPr lang="en-US"/>
          </a:p>
        </p:txBody>
      </p:sp>
    </p:spTree>
    <p:extLst>
      <p:ext uri="{BB962C8B-B14F-4D97-AF65-F5344CB8AC3E}">
        <p14:creationId xmlns:p14="http://schemas.microsoft.com/office/powerpoint/2010/main" val="3092735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64D55-B999-AADF-02A7-468CC45F7C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EAA9A5-9EE7-41FA-5D95-037375B18A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D2B2FC-C0E5-2654-E237-14347D5C531C}"/>
              </a:ext>
            </a:extLst>
          </p:cNvPr>
          <p:cNvSpPr>
            <a:spLocks noGrp="1"/>
          </p:cNvSpPr>
          <p:nvPr>
            <p:ph type="dt" sz="half" idx="10"/>
          </p:nvPr>
        </p:nvSpPr>
        <p:spPr/>
        <p:txBody>
          <a:bodyPr/>
          <a:lstStyle/>
          <a:p>
            <a:fld id="{A40AD3E5-75CC-ED44-A196-D40C405491C5}" type="datetimeFigureOut">
              <a:rPr lang="en-US" smtClean="0"/>
              <a:t>5/19/26</a:t>
            </a:fld>
            <a:endParaRPr lang="en-US"/>
          </a:p>
        </p:txBody>
      </p:sp>
      <p:sp>
        <p:nvSpPr>
          <p:cNvPr id="5" name="Footer Placeholder 4">
            <a:extLst>
              <a:ext uri="{FF2B5EF4-FFF2-40B4-BE49-F238E27FC236}">
                <a16:creationId xmlns:a16="http://schemas.microsoft.com/office/drawing/2014/main" id="{2602D8FA-C907-119A-B40B-1E4E0BAD38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C81A7F-9640-11CF-B746-18CCA1C217CF}"/>
              </a:ext>
            </a:extLst>
          </p:cNvPr>
          <p:cNvSpPr>
            <a:spLocks noGrp="1"/>
          </p:cNvSpPr>
          <p:nvPr>
            <p:ph type="sldNum" sz="quarter" idx="12"/>
          </p:nvPr>
        </p:nvSpPr>
        <p:spPr/>
        <p:txBody>
          <a:bodyPr/>
          <a:lstStyle/>
          <a:p>
            <a:fld id="{541497FA-14C7-8341-8503-490C2A1D9002}" type="slidenum">
              <a:rPr lang="en-US" smtClean="0"/>
              <a:t>‹#›</a:t>
            </a:fld>
            <a:endParaRPr lang="en-US"/>
          </a:p>
        </p:txBody>
      </p:sp>
    </p:spTree>
    <p:extLst>
      <p:ext uri="{BB962C8B-B14F-4D97-AF65-F5344CB8AC3E}">
        <p14:creationId xmlns:p14="http://schemas.microsoft.com/office/powerpoint/2010/main" val="3547904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459B7-41A7-A5C4-F520-4F13CB94D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0041FC-BBAF-7B51-814C-641B241B24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1527FE-6127-F9CE-061C-203A4C5903DA}"/>
              </a:ext>
            </a:extLst>
          </p:cNvPr>
          <p:cNvSpPr>
            <a:spLocks noGrp="1"/>
          </p:cNvSpPr>
          <p:nvPr>
            <p:ph type="dt" sz="half" idx="10"/>
          </p:nvPr>
        </p:nvSpPr>
        <p:spPr/>
        <p:txBody>
          <a:bodyPr/>
          <a:lstStyle/>
          <a:p>
            <a:fld id="{A40AD3E5-75CC-ED44-A196-D40C405491C5}" type="datetimeFigureOut">
              <a:rPr lang="en-US" smtClean="0"/>
              <a:t>5/19/26</a:t>
            </a:fld>
            <a:endParaRPr lang="en-US"/>
          </a:p>
        </p:txBody>
      </p:sp>
      <p:sp>
        <p:nvSpPr>
          <p:cNvPr id="5" name="Footer Placeholder 4">
            <a:extLst>
              <a:ext uri="{FF2B5EF4-FFF2-40B4-BE49-F238E27FC236}">
                <a16:creationId xmlns:a16="http://schemas.microsoft.com/office/drawing/2014/main" id="{DA94A719-0371-5C38-369A-045B5E2512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C9F39C-918E-4389-F8DD-18F998EFAD1A}"/>
              </a:ext>
            </a:extLst>
          </p:cNvPr>
          <p:cNvSpPr>
            <a:spLocks noGrp="1"/>
          </p:cNvSpPr>
          <p:nvPr>
            <p:ph type="sldNum" sz="quarter" idx="12"/>
          </p:nvPr>
        </p:nvSpPr>
        <p:spPr/>
        <p:txBody>
          <a:bodyPr/>
          <a:lstStyle/>
          <a:p>
            <a:fld id="{541497FA-14C7-8341-8503-490C2A1D9002}" type="slidenum">
              <a:rPr lang="en-US" smtClean="0"/>
              <a:t>‹#›</a:t>
            </a:fld>
            <a:endParaRPr lang="en-US"/>
          </a:p>
        </p:txBody>
      </p:sp>
    </p:spTree>
    <p:extLst>
      <p:ext uri="{BB962C8B-B14F-4D97-AF65-F5344CB8AC3E}">
        <p14:creationId xmlns:p14="http://schemas.microsoft.com/office/powerpoint/2010/main" val="1553904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FB6CC-280C-492D-3EC4-0D1A9E7D68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916019-B969-2C41-FD77-85448BBC66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7DB262-B014-1066-9CAD-850E5E968E85}"/>
              </a:ext>
            </a:extLst>
          </p:cNvPr>
          <p:cNvSpPr>
            <a:spLocks noGrp="1"/>
          </p:cNvSpPr>
          <p:nvPr>
            <p:ph type="dt" sz="half" idx="10"/>
          </p:nvPr>
        </p:nvSpPr>
        <p:spPr/>
        <p:txBody>
          <a:bodyPr/>
          <a:lstStyle/>
          <a:p>
            <a:fld id="{A40AD3E5-75CC-ED44-A196-D40C405491C5}" type="datetimeFigureOut">
              <a:rPr lang="en-US" smtClean="0"/>
              <a:t>5/19/26</a:t>
            </a:fld>
            <a:endParaRPr lang="en-US"/>
          </a:p>
        </p:txBody>
      </p:sp>
      <p:sp>
        <p:nvSpPr>
          <p:cNvPr id="5" name="Footer Placeholder 4">
            <a:extLst>
              <a:ext uri="{FF2B5EF4-FFF2-40B4-BE49-F238E27FC236}">
                <a16:creationId xmlns:a16="http://schemas.microsoft.com/office/drawing/2014/main" id="{FD005E5C-FB86-5C46-3AC6-B140A1656C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AEDD10-5D07-81AD-28B7-11CAAE7DB458}"/>
              </a:ext>
            </a:extLst>
          </p:cNvPr>
          <p:cNvSpPr>
            <a:spLocks noGrp="1"/>
          </p:cNvSpPr>
          <p:nvPr>
            <p:ph type="sldNum" sz="quarter" idx="12"/>
          </p:nvPr>
        </p:nvSpPr>
        <p:spPr/>
        <p:txBody>
          <a:bodyPr/>
          <a:lstStyle/>
          <a:p>
            <a:fld id="{541497FA-14C7-8341-8503-490C2A1D9002}" type="slidenum">
              <a:rPr lang="en-US" smtClean="0"/>
              <a:t>‹#›</a:t>
            </a:fld>
            <a:endParaRPr lang="en-US"/>
          </a:p>
        </p:txBody>
      </p:sp>
    </p:spTree>
    <p:extLst>
      <p:ext uri="{BB962C8B-B14F-4D97-AF65-F5344CB8AC3E}">
        <p14:creationId xmlns:p14="http://schemas.microsoft.com/office/powerpoint/2010/main" val="3854036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B714D-26C9-C6F6-54EF-D085131037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3E71D8-8F35-9147-8098-3CEC285890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0A12C7-F728-65BE-690D-3EC61904E7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0FD8A3-A1CA-B797-C60B-0C3F5E6EEA90}"/>
              </a:ext>
            </a:extLst>
          </p:cNvPr>
          <p:cNvSpPr>
            <a:spLocks noGrp="1"/>
          </p:cNvSpPr>
          <p:nvPr>
            <p:ph type="dt" sz="half" idx="10"/>
          </p:nvPr>
        </p:nvSpPr>
        <p:spPr/>
        <p:txBody>
          <a:bodyPr/>
          <a:lstStyle/>
          <a:p>
            <a:fld id="{A40AD3E5-75CC-ED44-A196-D40C405491C5}" type="datetimeFigureOut">
              <a:rPr lang="en-US" smtClean="0"/>
              <a:t>5/19/26</a:t>
            </a:fld>
            <a:endParaRPr lang="en-US"/>
          </a:p>
        </p:txBody>
      </p:sp>
      <p:sp>
        <p:nvSpPr>
          <p:cNvPr id="6" name="Footer Placeholder 5">
            <a:extLst>
              <a:ext uri="{FF2B5EF4-FFF2-40B4-BE49-F238E27FC236}">
                <a16:creationId xmlns:a16="http://schemas.microsoft.com/office/drawing/2014/main" id="{3ED87DA3-935E-CA22-9894-0E3DD0A2D1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620084-D9F5-E1C6-840B-3A54BDF64905}"/>
              </a:ext>
            </a:extLst>
          </p:cNvPr>
          <p:cNvSpPr>
            <a:spLocks noGrp="1"/>
          </p:cNvSpPr>
          <p:nvPr>
            <p:ph type="sldNum" sz="quarter" idx="12"/>
          </p:nvPr>
        </p:nvSpPr>
        <p:spPr/>
        <p:txBody>
          <a:bodyPr/>
          <a:lstStyle/>
          <a:p>
            <a:fld id="{541497FA-14C7-8341-8503-490C2A1D9002}" type="slidenum">
              <a:rPr lang="en-US" smtClean="0"/>
              <a:t>‹#›</a:t>
            </a:fld>
            <a:endParaRPr lang="en-US"/>
          </a:p>
        </p:txBody>
      </p:sp>
    </p:spTree>
    <p:extLst>
      <p:ext uri="{BB962C8B-B14F-4D97-AF65-F5344CB8AC3E}">
        <p14:creationId xmlns:p14="http://schemas.microsoft.com/office/powerpoint/2010/main" val="2589201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D48F-D938-3EAE-7748-3AF330E6E0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89A5D7-E367-2572-B3B8-3810ACD734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401CA9-49CD-BE4C-3BB9-96B5948CD7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8CD8D8-C575-3B19-49FB-D5721E416B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CC0379-E746-0077-DCF4-3CBA34A4CE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7879BE-3533-3A67-B6CF-B92E8D3C5454}"/>
              </a:ext>
            </a:extLst>
          </p:cNvPr>
          <p:cNvSpPr>
            <a:spLocks noGrp="1"/>
          </p:cNvSpPr>
          <p:nvPr>
            <p:ph type="dt" sz="half" idx="10"/>
          </p:nvPr>
        </p:nvSpPr>
        <p:spPr/>
        <p:txBody>
          <a:bodyPr/>
          <a:lstStyle/>
          <a:p>
            <a:fld id="{A40AD3E5-75CC-ED44-A196-D40C405491C5}" type="datetimeFigureOut">
              <a:rPr lang="en-US" smtClean="0"/>
              <a:t>5/19/26</a:t>
            </a:fld>
            <a:endParaRPr lang="en-US"/>
          </a:p>
        </p:txBody>
      </p:sp>
      <p:sp>
        <p:nvSpPr>
          <p:cNvPr id="8" name="Footer Placeholder 7">
            <a:extLst>
              <a:ext uri="{FF2B5EF4-FFF2-40B4-BE49-F238E27FC236}">
                <a16:creationId xmlns:a16="http://schemas.microsoft.com/office/drawing/2014/main" id="{5555E387-027E-96E0-610A-CF3E3CC5FB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2871B2-400E-18E6-3C8A-020E00DA6B09}"/>
              </a:ext>
            </a:extLst>
          </p:cNvPr>
          <p:cNvSpPr>
            <a:spLocks noGrp="1"/>
          </p:cNvSpPr>
          <p:nvPr>
            <p:ph type="sldNum" sz="quarter" idx="12"/>
          </p:nvPr>
        </p:nvSpPr>
        <p:spPr/>
        <p:txBody>
          <a:bodyPr/>
          <a:lstStyle/>
          <a:p>
            <a:fld id="{541497FA-14C7-8341-8503-490C2A1D9002}" type="slidenum">
              <a:rPr lang="en-US" smtClean="0"/>
              <a:t>‹#›</a:t>
            </a:fld>
            <a:endParaRPr lang="en-US"/>
          </a:p>
        </p:txBody>
      </p:sp>
    </p:spTree>
    <p:extLst>
      <p:ext uri="{BB962C8B-B14F-4D97-AF65-F5344CB8AC3E}">
        <p14:creationId xmlns:p14="http://schemas.microsoft.com/office/powerpoint/2010/main" val="3685421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4F398-97D2-1306-16FA-4032E7E7BF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2C3F35-2EDF-5ED4-BE80-162B370D90B4}"/>
              </a:ext>
            </a:extLst>
          </p:cNvPr>
          <p:cNvSpPr>
            <a:spLocks noGrp="1"/>
          </p:cNvSpPr>
          <p:nvPr>
            <p:ph type="dt" sz="half" idx="10"/>
          </p:nvPr>
        </p:nvSpPr>
        <p:spPr/>
        <p:txBody>
          <a:bodyPr/>
          <a:lstStyle/>
          <a:p>
            <a:fld id="{A40AD3E5-75CC-ED44-A196-D40C405491C5}" type="datetimeFigureOut">
              <a:rPr lang="en-US" smtClean="0"/>
              <a:t>5/19/26</a:t>
            </a:fld>
            <a:endParaRPr lang="en-US"/>
          </a:p>
        </p:txBody>
      </p:sp>
      <p:sp>
        <p:nvSpPr>
          <p:cNvPr id="4" name="Footer Placeholder 3">
            <a:extLst>
              <a:ext uri="{FF2B5EF4-FFF2-40B4-BE49-F238E27FC236}">
                <a16:creationId xmlns:a16="http://schemas.microsoft.com/office/drawing/2014/main" id="{030FA35A-A79A-5979-050B-2633381E0E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0AC2D9-17F3-B08C-A753-2ACB6A0A36EE}"/>
              </a:ext>
            </a:extLst>
          </p:cNvPr>
          <p:cNvSpPr>
            <a:spLocks noGrp="1"/>
          </p:cNvSpPr>
          <p:nvPr>
            <p:ph type="sldNum" sz="quarter" idx="12"/>
          </p:nvPr>
        </p:nvSpPr>
        <p:spPr/>
        <p:txBody>
          <a:bodyPr/>
          <a:lstStyle/>
          <a:p>
            <a:fld id="{541497FA-14C7-8341-8503-490C2A1D9002}" type="slidenum">
              <a:rPr lang="en-US" smtClean="0"/>
              <a:t>‹#›</a:t>
            </a:fld>
            <a:endParaRPr lang="en-US"/>
          </a:p>
        </p:txBody>
      </p:sp>
    </p:spTree>
    <p:extLst>
      <p:ext uri="{BB962C8B-B14F-4D97-AF65-F5344CB8AC3E}">
        <p14:creationId xmlns:p14="http://schemas.microsoft.com/office/powerpoint/2010/main" val="2909015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486C08-D888-ED7A-DC94-6E69A9D11300}"/>
              </a:ext>
            </a:extLst>
          </p:cNvPr>
          <p:cNvSpPr>
            <a:spLocks noGrp="1"/>
          </p:cNvSpPr>
          <p:nvPr>
            <p:ph type="dt" sz="half" idx="10"/>
          </p:nvPr>
        </p:nvSpPr>
        <p:spPr/>
        <p:txBody>
          <a:bodyPr/>
          <a:lstStyle/>
          <a:p>
            <a:fld id="{A40AD3E5-75CC-ED44-A196-D40C405491C5}" type="datetimeFigureOut">
              <a:rPr lang="en-US" smtClean="0"/>
              <a:t>5/19/26</a:t>
            </a:fld>
            <a:endParaRPr lang="en-US"/>
          </a:p>
        </p:txBody>
      </p:sp>
      <p:sp>
        <p:nvSpPr>
          <p:cNvPr id="3" name="Footer Placeholder 2">
            <a:extLst>
              <a:ext uri="{FF2B5EF4-FFF2-40B4-BE49-F238E27FC236}">
                <a16:creationId xmlns:a16="http://schemas.microsoft.com/office/drawing/2014/main" id="{86087DD5-8510-CB92-8D8D-B651EACF29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CD7DA6-3EC1-BABE-0411-D1F2B19D663C}"/>
              </a:ext>
            </a:extLst>
          </p:cNvPr>
          <p:cNvSpPr>
            <a:spLocks noGrp="1"/>
          </p:cNvSpPr>
          <p:nvPr>
            <p:ph type="sldNum" sz="quarter" idx="12"/>
          </p:nvPr>
        </p:nvSpPr>
        <p:spPr/>
        <p:txBody>
          <a:bodyPr/>
          <a:lstStyle/>
          <a:p>
            <a:fld id="{541497FA-14C7-8341-8503-490C2A1D9002}" type="slidenum">
              <a:rPr lang="en-US" smtClean="0"/>
              <a:t>‹#›</a:t>
            </a:fld>
            <a:endParaRPr lang="en-US"/>
          </a:p>
        </p:txBody>
      </p:sp>
    </p:spTree>
    <p:extLst>
      <p:ext uri="{BB962C8B-B14F-4D97-AF65-F5344CB8AC3E}">
        <p14:creationId xmlns:p14="http://schemas.microsoft.com/office/powerpoint/2010/main" val="1464857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36B0A-0E85-4737-05F1-83C67FD20F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3EB9F0-4845-A362-5F14-DAFDF8408C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498976-C422-0B4C-85A2-F9E0FA80C7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68FD51-624F-221E-19AA-ED24FB6DAE17}"/>
              </a:ext>
            </a:extLst>
          </p:cNvPr>
          <p:cNvSpPr>
            <a:spLocks noGrp="1"/>
          </p:cNvSpPr>
          <p:nvPr>
            <p:ph type="dt" sz="half" idx="10"/>
          </p:nvPr>
        </p:nvSpPr>
        <p:spPr/>
        <p:txBody>
          <a:bodyPr/>
          <a:lstStyle/>
          <a:p>
            <a:fld id="{A40AD3E5-75CC-ED44-A196-D40C405491C5}" type="datetimeFigureOut">
              <a:rPr lang="en-US" smtClean="0"/>
              <a:t>5/19/26</a:t>
            </a:fld>
            <a:endParaRPr lang="en-US"/>
          </a:p>
        </p:txBody>
      </p:sp>
      <p:sp>
        <p:nvSpPr>
          <p:cNvPr id="6" name="Footer Placeholder 5">
            <a:extLst>
              <a:ext uri="{FF2B5EF4-FFF2-40B4-BE49-F238E27FC236}">
                <a16:creationId xmlns:a16="http://schemas.microsoft.com/office/drawing/2014/main" id="{7DA15C35-BF75-86C7-93A8-33B378BE72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76FD17-5AA5-194E-11F7-5D1F6F367726}"/>
              </a:ext>
            </a:extLst>
          </p:cNvPr>
          <p:cNvSpPr>
            <a:spLocks noGrp="1"/>
          </p:cNvSpPr>
          <p:nvPr>
            <p:ph type="sldNum" sz="quarter" idx="12"/>
          </p:nvPr>
        </p:nvSpPr>
        <p:spPr/>
        <p:txBody>
          <a:bodyPr/>
          <a:lstStyle/>
          <a:p>
            <a:fld id="{541497FA-14C7-8341-8503-490C2A1D9002}" type="slidenum">
              <a:rPr lang="en-US" smtClean="0"/>
              <a:t>‹#›</a:t>
            </a:fld>
            <a:endParaRPr lang="en-US"/>
          </a:p>
        </p:txBody>
      </p:sp>
    </p:spTree>
    <p:extLst>
      <p:ext uri="{BB962C8B-B14F-4D97-AF65-F5344CB8AC3E}">
        <p14:creationId xmlns:p14="http://schemas.microsoft.com/office/powerpoint/2010/main" val="2515054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42A55-6209-D826-764B-EBB18956AB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D27BE3-BF3B-F4F3-53F4-B5CC3E0765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D1DC78-27C6-CA82-2917-E1A7320C8A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31D9D7-CD0B-57A3-7200-DADD15BF8418}"/>
              </a:ext>
            </a:extLst>
          </p:cNvPr>
          <p:cNvSpPr>
            <a:spLocks noGrp="1"/>
          </p:cNvSpPr>
          <p:nvPr>
            <p:ph type="dt" sz="half" idx="10"/>
          </p:nvPr>
        </p:nvSpPr>
        <p:spPr/>
        <p:txBody>
          <a:bodyPr/>
          <a:lstStyle/>
          <a:p>
            <a:fld id="{A40AD3E5-75CC-ED44-A196-D40C405491C5}" type="datetimeFigureOut">
              <a:rPr lang="en-US" smtClean="0"/>
              <a:t>5/19/26</a:t>
            </a:fld>
            <a:endParaRPr lang="en-US"/>
          </a:p>
        </p:txBody>
      </p:sp>
      <p:sp>
        <p:nvSpPr>
          <p:cNvPr id="6" name="Footer Placeholder 5">
            <a:extLst>
              <a:ext uri="{FF2B5EF4-FFF2-40B4-BE49-F238E27FC236}">
                <a16:creationId xmlns:a16="http://schemas.microsoft.com/office/drawing/2014/main" id="{9EEF01C3-7A91-4487-5266-04CCE00FE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9CCB0C-3C5D-B7D2-06B3-D7774F1B2AF5}"/>
              </a:ext>
            </a:extLst>
          </p:cNvPr>
          <p:cNvSpPr>
            <a:spLocks noGrp="1"/>
          </p:cNvSpPr>
          <p:nvPr>
            <p:ph type="sldNum" sz="quarter" idx="12"/>
          </p:nvPr>
        </p:nvSpPr>
        <p:spPr/>
        <p:txBody>
          <a:bodyPr/>
          <a:lstStyle/>
          <a:p>
            <a:fld id="{541497FA-14C7-8341-8503-490C2A1D9002}" type="slidenum">
              <a:rPr lang="en-US" smtClean="0"/>
              <a:t>‹#›</a:t>
            </a:fld>
            <a:endParaRPr lang="en-US"/>
          </a:p>
        </p:txBody>
      </p:sp>
    </p:spTree>
    <p:extLst>
      <p:ext uri="{BB962C8B-B14F-4D97-AF65-F5344CB8AC3E}">
        <p14:creationId xmlns:p14="http://schemas.microsoft.com/office/powerpoint/2010/main" val="3544773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AC1C4-8306-4060-AA29-8EC002A86A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09805C-8229-1F37-7DCE-3828935EA4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83D7D4-AE58-6ED8-69E1-96BAB0EA181C}"/>
              </a:ext>
            </a:extLst>
          </p:cNvPr>
          <p:cNvSpPr>
            <a:spLocks noGrp="1"/>
          </p:cNvSpPr>
          <p:nvPr>
            <p:ph type="dt" sz="half" idx="10"/>
          </p:nvPr>
        </p:nvSpPr>
        <p:spPr/>
        <p:txBody>
          <a:bodyPr/>
          <a:lstStyle/>
          <a:p>
            <a:fld id="{A40AD3E5-75CC-ED44-A196-D40C405491C5}" type="datetimeFigureOut">
              <a:rPr lang="en-US" smtClean="0"/>
              <a:t>5/19/26</a:t>
            </a:fld>
            <a:endParaRPr lang="en-US"/>
          </a:p>
        </p:txBody>
      </p:sp>
      <p:sp>
        <p:nvSpPr>
          <p:cNvPr id="5" name="Footer Placeholder 4">
            <a:extLst>
              <a:ext uri="{FF2B5EF4-FFF2-40B4-BE49-F238E27FC236}">
                <a16:creationId xmlns:a16="http://schemas.microsoft.com/office/drawing/2014/main" id="{6D1D644C-1BA7-37BF-1152-C40E66E3DE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F15A8B-B824-C68E-BA55-7E4E26E25D26}"/>
              </a:ext>
            </a:extLst>
          </p:cNvPr>
          <p:cNvSpPr>
            <a:spLocks noGrp="1"/>
          </p:cNvSpPr>
          <p:nvPr>
            <p:ph type="sldNum" sz="quarter" idx="12"/>
          </p:nvPr>
        </p:nvSpPr>
        <p:spPr/>
        <p:txBody>
          <a:bodyPr/>
          <a:lstStyle/>
          <a:p>
            <a:fld id="{541497FA-14C7-8341-8503-490C2A1D9002}" type="slidenum">
              <a:rPr lang="en-US" smtClean="0"/>
              <a:t>‹#›</a:t>
            </a:fld>
            <a:endParaRPr lang="en-US"/>
          </a:p>
        </p:txBody>
      </p:sp>
    </p:spTree>
    <p:extLst>
      <p:ext uri="{BB962C8B-B14F-4D97-AF65-F5344CB8AC3E}">
        <p14:creationId xmlns:p14="http://schemas.microsoft.com/office/powerpoint/2010/main" val="1203408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B65B4-A886-1C9E-44E9-1C6B249726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86B19D-D3D1-3AE9-C770-308516BA92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DB7C20-6FD5-B499-3109-E31839B7A516}"/>
              </a:ext>
            </a:extLst>
          </p:cNvPr>
          <p:cNvSpPr>
            <a:spLocks noGrp="1"/>
          </p:cNvSpPr>
          <p:nvPr>
            <p:ph type="dt" sz="half" idx="10"/>
          </p:nvPr>
        </p:nvSpPr>
        <p:spPr/>
        <p:txBody>
          <a:bodyPr/>
          <a:lstStyle/>
          <a:p>
            <a:fld id="{A40AD3E5-75CC-ED44-A196-D40C405491C5}" type="datetimeFigureOut">
              <a:rPr lang="en-US" smtClean="0"/>
              <a:t>5/19/26</a:t>
            </a:fld>
            <a:endParaRPr lang="en-US"/>
          </a:p>
        </p:txBody>
      </p:sp>
      <p:sp>
        <p:nvSpPr>
          <p:cNvPr id="5" name="Footer Placeholder 4">
            <a:extLst>
              <a:ext uri="{FF2B5EF4-FFF2-40B4-BE49-F238E27FC236}">
                <a16:creationId xmlns:a16="http://schemas.microsoft.com/office/drawing/2014/main" id="{E2B5710B-404E-448F-D0B7-CC1028E12F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0EC637-E05B-8EE6-E9D9-2AE511F7DD52}"/>
              </a:ext>
            </a:extLst>
          </p:cNvPr>
          <p:cNvSpPr>
            <a:spLocks noGrp="1"/>
          </p:cNvSpPr>
          <p:nvPr>
            <p:ph type="sldNum" sz="quarter" idx="12"/>
          </p:nvPr>
        </p:nvSpPr>
        <p:spPr/>
        <p:txBody>
          <a:bodyPr/>
          <a:lstStyle/>
          <a:p>
            <a:fld id="{541497FA-14C7-8341-8503-490C2A1D9002}" type="slidenum">
              <a:rPr lang="en-US" smtClean="0"/>
              <a:t>‹#›</a:t>
            </a:fld>
            <a:endParaRPr lang="en-US"/>
          </a:p>
        </p:txBody>
      </p:sp>
    </p:spTree>
    <p:extLst>
      <p:ext uri="{BB962C8B-B14F-4D97-AF65-F5344CB8AC3E}">
        <p14:creationId xmlns:p14="http://schemas.microsoft.com/office/powerpoint/2010/main" val="2061016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616DD1-7622-D1AF-D2D1-4A6D44E88B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408C2D-6D46-060A-98E2-B3FAB9DF20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7EEE0-531A-51D5-7235-BD53E63B08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0AD3E5-75CC-ED44-A196-D40C405491C5}" type="datetimeFigureOut">
              <a:rPr lang="en-US" smtClean="0"/>
              <a:t>5/19/26</a:t>
            </a:fld>
            <a:endParaRPr lang="en-US"/>
          </a:p>
        </p:txBody>
      </p:sp>
      <p:sp>
        <p:nvSpPr>
          <p:cNvPr id="5" name="Footer Placeholder 4">
            <a:extLst>
              <a:ext uri="{FF2B5EF4-FFF2-40B4-BE49-F238E27FC236}">
                <a16:creationId xmlns:a16="http://schemas.microsoft.com/office/drawing/2014/main" id="{E2897425-B40C-F865-2323-A02C40E283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250340F-70BB-E901-B07B-990ED4A507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1497FA-14C7-8341-8503-490C2A1D9002}" type="slidenum">
              <a:rPr lang="en-US" smtClean="0"/>
              <a:t>‹#›</a:t>
            </a:fld>
            <a:endParaRPr lang="en-US"/>
          </a:p>
        </p:txBody>
      </p:sp>
    </p:spTree>
    <p:extLst>
      <p:ext uri="{BB962C8B-B14F-4D97-AF65-F5344CB8AC3E}">
        <p14:creationId xmlns:p14="http://schemas.microsoft.com/office/powerpoint/2010/main" val="4012894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F7FAF51-B230-C7E2-6C0D-D102302F5BBD}"/>
              </a:ext>
            </a:extLst>
          </p:cNvPr>
          <p:cNvSpPr>
            <a:spLocks noGrp="1"/>
          </p:cNvSpPr>
          <p:nvPr>
            <p:ph type="ctrTitle"/>
          </p:nvPr>
        </p:nvSpPr>
        <p:spPr>
          <a:xfrm>
            <a:off x="2026693" y="1030406"/>
            <a:ext cx="8147713" cy="3081242"/>
          </a:xfrm>
        </p:spPr>
        <p:txBody>
          <a:bodyPr anchor="ctr">
            <a:normAutofit/>
          </a:bodyPr>
          <a:lstStyle/>
          <a:p>
            <a:r>
              <a:rPr lang="en-US" sz="7200">
                <a:solidFill>
                  <a:srgbClr val="FFFFFF"/>
                </a:solidFill>
              </a:rPr>
              <a:t>Chieko Asakawa</a:t>
            </a:r>
          </a:p>
        </p:txBody>
      </p:sp>
      <p:sp>
        <p:nvSpPr>
          <p:cNvPr id="3" name="Subtitle 2">
            <a:extLst>
              <a:ext uri="{FF2B5EF4-FFF2-40B4-BE49-F238E27FC236}">
                <a16:creationId xmlns:a16="http://schemas.microsoft.com/office/drawing/2014/main" id="{F557DE0B-7026-E057-2A27-58930E9F7DE9}"/>
              </a:ext>
            </a:extLst>
          </p:cNvPr>
          <p:cNvSpPr>
            <a:spLocks noGrp="1"/>
          </p:cNvSpPr>
          <p:nvPr>
            <p:ph type="subTitle" idx="1"/>
          </p:nvPr>
        </p:nvSpPr>
        <p:spPr>
          <a:xfrm>
            <a:off x="1559943" y="5171093"/>
            <a:ext cx="9078628" cy="860620"/>
          </a:xfrm>
        </p:spPr>
        <p:txBody>
          <a:bodyPr anchor="ctr">
            <a:normAutofit/>
          </a:bodyPr>
          <a:lstStyle/>
          <a:p>
            <a:r>
              <a:rPr lang="en-US" sz="3600">
                <a:solidFill>
                  <a:srgbClr val="FFFFFF"/>
                </a:solidFill>
              </a:rPr>
              <a:t>By: Carter, Owen, Stella, and Quinten</a:t>
            </a:r>
          </a:p>
        </p:txBody>
      </p:sp>
    </p:spTree>
    <p:extLst>
      <p:ext uri="{BB962C8B-B14F-4D97-AF65-F5344CB8AC3E}">
        <p14:creationId xmlns:p14="http://schemas.microsoft.com/office/powerpoint/2010/main" val="2095919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35054256-B114-DA44-520C-F0B0253EA5FF}"/>
              </a:ext>
            </a:extLst>
          </p:cNvPr>
          <p:cNvGraphicFramePr>
            <a:graphicFrameLocks noGrp="1"/>
          </p:cNvGraphicFramePr>
          <p:nvPr>
            <p:ph idx="1"/>
            <p:extLst>
              <p:ext uri="{D42A27DB-BD31-4B8C-83A1-F6EECF244321}">
                <p14:modId xmlns:p14="http://schemas.microsoft.com/office/powerpoint/2010/main" val="1502704518"/>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a:extLst>
              <a:ext uri="{FF2B5EF4-FFF2-40B4-BE49-F238E27FC236}">
                <a16:creationId xmlns:a16="http://schemas.microsoft.com/office/drawing/2014/main" id="{6EB4FA8A-E0E3-2E35-C469-0A7AA8B1D567}"/>
              </a:ext>
            </a:extLst>
          </p:cNvPr>
          <p:cNvGraphicFramePr/>
          <p:nvPr>
            <p:extLst>
              <p:ext uri="{D42A27DB-BD31-4B8C-83A1-F6EECF244321}">
                <p14:modId xmlns:p14="http://schemas.microsoft.com/office/powerpoint/2010/main" val="1041115007"/>
              </p:ext>
            </p:extLst>
          </p:nvPr>
        </p:nvGraphicFramePr>
        <p:xfrm>
          <a:off x="4206240" y="290457"/>
          <a:ext cx="3281082" cy="128016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61556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B21FFE4A-4E39-7449-46A5-0B5635E3E087}"/>
              </a:ext>
            </a:extLst>
          </p:cNvPr>
          <p:cNvGraphicFramePr/>
          <p:nvPr>
            <p:extLst>
              <p:ext uri="{D42A27DB-BD31-4B8C-83A1-F6EECF244321}">
                <p14:modId xmlns:p14="http://schemas.microsoft.com/office/powerpoint/2010/main" val="681717065"/>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Content Placeholder 3">
            <a:extLst>
              <a:ext uri="{FF2B5EF4-FFF2-40B4-BE49-F238E27FC236}">
                <a16:creationId xmlns:a16="http://schemas.microsoft.com/office/drawing/2014/main" id="{7484153F-31FF-1D07-48BD-2097E80BBE53}"/>
              </a:ext>
            </a:extLst>
          </p:cNvPr>
          <p:cNvGraphicFramePr>
            <a:graphicFrameLocks noGrp="1"/>
          </p:cNvGraphicFramePr>
          <p:nvPr>
            <p:ph idx="1"/>
            <p:extLst>
              <p:ext uri="{D42A27DB-BD31-4B8C-83A1-F6EECF244321}">
                <p14:modId xmlns:p14="http://schemas.microsoft.com/office/powerpoint/2010/main" val="424624269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383864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DDA886-FF51-2A68-B19F-CFCD62D7103A}"/>
              </a:ext>
            </a:extLst>
          </p:cNvPr>
          <p:cNvSpPr>
            <a:spLocks noGrp="1"/>
          </p:cNvSpPr>
          <p:nvPr>
            <p:ph type="title"/>
          </p:nvPr>
        </p:nvSpPr>
        <p:spPr>
          <a:xfrm>
            <a:off x="1043631" y="809898"/>
            <a:ext cx="10173010" cy="1554480"/>
          </a:xfrm>
        </p:spPr>
        <p:txBody>
          <a:bodyPr anchor="ctr">
            <a:normAutofit/>
          </a:bodyPr>
          <a:lstStyle/>
          <a:p>
            <a:r>
              <a:rPr lang="en-US" sz="4800"/>
              <a:t>Future Promise</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C8342249-840E-8E7D-F0E2-E7BCED9D8E76}"/>
              </a:ext>
            </a:extLst>
          </p:cNvPr>
          <p:cNvGraphicFramePr>
            <a:graphicFrameLocks noGrp="1"/>
          </p:cNvGraphicFramePr>
          <p:nvPr>
            <p:ph idx="1"/>
            <p:extLst>
              <p:ext uri="{D42A27DB-BD31-4B8C-83A1-F6EECF244321}">
                <p14:modId xmlns:p14="http://schemas.microsoft.com/office/powerpoint/2010/main" val="2006050735"/>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5059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0F34AC-5718-EB82-A9E6-996C52A55071}"/>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Selection</a:t>
            </a:r>
          </a:p>
        </p:txBody>
      </p:sp>
      <p:graphicFrame>
        <p:nvGraphicFramePr>
          <p:cNvPr id="5" name="Content Placeholder 2">
            <a:extLst>
              <a:ext uri="{FF2B5EF4-FFF2-40B4-BE49-F238E27FC236}">
                <a16:creationId xmlns:a16="http://schemas.microsoft.com/office/drawing/2014/main" id="{808FBAED-9768-97E6-822A-5BB1EDC35C57}"/>
              </a:ext>
            </a:extLst>
          </p:cNvPr>
          <p:cNvGraphicFramePr>
            <a:graphicFrameLocks noGrp="1"/>
          </p:cNvGraphicFramePr>
          <p:nvPr>
            <p:ph idx="1"/>
            <p:extLst>
              <p:ext uri="{D42A27DB-BD31-4B8C-83A1-F6EECF244321}">
                <p14:modId xmlns:p14="http://schemas.microsoft.com/office/powerpoint/2010/main" val="84551258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13917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C438DC-2A23-3E68-ACAD-540D3FEA1A5C}"/>
              </a:ext>
            </a:extLst>
          </p:cNvPr>
          <p:cNvSpPr>
            <a:spLocks noGrp="1"/>
          </p:cNvSpPr>
          <p:nvPr>
            <p:ph type="title"/>
          </p:nvPr>
        </p:nvSpPr>
        <p:spPr>
          <a:xfrm>
            <a:off x="1043631" y="809898"/>
            <a:ext cx="10173010" cy="1554480"/>
          </a:xfrm>
        </p:spPr>
        <p:txBody>
          <a:bodyPr anchor="ctr">
            <a:normAutofit/>
          </a:bodyPr>
          <a:lstStyle/>
          <a:p>
            <a:r>
              <a:rPr lang="en-US" sz="4800"/>
              <a:t>Underrepresentation</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C69B7C51-548B-6FBA-263E-18F79440CAC1}"/>
              </a:ext>
            </a:extLst>
          </p:cNvPr>
          <p:cNvGraphicFramePr>
            <a:graphicFrameLocks noGrp="1"/>
          </p:cNvGraphicFramePr>
          <p:nvPr>
            <p:ph idx="1"/>
            <p:extLst>
              <p:ext uri="{D42A27DB-BD31-4B8C-83A1-F6EECF244321}">
                <p14:modId xmlns:p14="http://schemas.microsoft.com/office/powerpoint/2010/main" val="1153634186"/>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27742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Flowchart: Document 14">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5641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809361-DF58-D8D9-B294-9665ACF5DE71}"/>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Our </a:t>
            </a:r>
            <a:r>
              <a:rPr lang="en-US" sz="3200">
                <a:solidFill>
                  <a:srgbClr val="FFFFFF"/>
                </a:solidFill>
              </a:rPr>
              <a:t>Process</a:t>
            </a:r>
            <a:r>
              <a:rPr lang="en-US" sz="3200" kern="1200">
                <a:solidFill>
                  <a:srgbClr val="FFFFFF"/>
                </a:solidFill>
                <a:latin typeface="+mj-lt"/>
                <a:ea typeface="+mj-ea"/>
                <a:cs typeface="+mj-cs"/>
              </a:rPr>
              <a:t> </a:t>
            </a:r>
          </a:p>
        </p:txBody>
      </p:sp>
      <p:pic>
        <p:nvPicPr>
          <p:cNvPr id="4" name="Content Placeholder 3" descr="A screenshot of a web page&#10;&#10;AI-generated content may be incorrect.">
            <a:extLst>
              <a:ext uri="{FF2B5EF4-FFF2-40B4-BE49-F238E27FC236}">
                <a16:creationId xmlns:a16="http://schemas.microsoft.com/office/drawing/2014/main" id="{79EE84AD-08DE-A9AE-6EB5-74599AAAE3A6}"/>
              </a:ext>
            </a:extLst>
          </p:cNvPr>
          <p:cNvPicPr>
            <a:picLocks noGrp="1" noChangeAspect="1"/>
          </p:cNvPicPr>
          <p:nvPr>
            <p:ph idx="1"/>
          </p:nvPr>
        </p:nvPicPr>
        <p:blipFill>
          <a:blip r:embed="rId2"/>
          <a:stretch>
            <a:fillRect/>
          </a:stretch>
        </p:blipFill>
        <p:spPr>
          <a:xfrm>
            <a:off x="5064117" y="185960"/>
            <a:ext cx="6543410" cy="6556329"/>
          </a:xfrm>
          <a:prstGeom prst="rect">
            <a:avLst/>
          </a:prstGeom>
        </p:spPr>
      </p:pic>
    </p:spTree>
    <p:extLst>
      <p:ext uri="{BB962C8B-B14F-4D97-AF65-F5344CB8AC3E}">
        <p14:creationId xmlns:p14="http://schemas.microsoft.com/office/powerpoint/2010/main" val="2481781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graph&#10;&#10;AI-generated content may be incorrect.">
            <a:extLst>
              <a:ext uri="{FF2B5EF4-FFF2-40B4-BE49-F238E27FC236}">
                <a16:creationId xmlns:a16="http://schemas.microsoft.com/office/drawing/2014/main" id="{520220A0-E111-BDE4-F4F1-9280066823D9}"/>
              </a:ext>
            </a:extLst>
          </p:cNvPr>
          <p:cNvPicPr>
            <a:picLocks noGrp="1" noChangeAspect="1"/>
          </p:cNvPicPr>
          <p:nvPr>
            <p:ph idx="1"/>
          </p:nvPr>
        </p:nvPicPr>
        <p:blipFill>
          <a:blip r:embed="rId2"/>
          <a:stretch>
            <a:fillRect/>
          </a:stretch>
        </p:blipFill>
        <p:spPr>
          <a:xfrm>
            <a:off x="643467" y="1357037"/>
            <a:ext cx="10905066" cy="4143924"/>
          </a:xfrm>
          <a:prstGeom prst="rect">
            <a:avLst/>
          </a:prstGeom>
        </p:spPr>
      </p:pic>
    </p:spTree>
    <p:extLst>
      <p:ext uri="{BB962C8B-B14F-4D97-AF65-F5344CB8AC3E}">
        <p14:creationId xmlns:p14="http://schemas.microsoft.com/office/powerpoint/2010/main" val="3136687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Thank You For Watching Images – Browse 39,129 Stock Photos, Vectors, and  Video | Adobe Stock">
            <a:extLst>
              <a:ext uri="{FF2B5EF4-FFF2-40B4-BE49-F238E27FC236}">
                <a16:creationId xmlns:a16="http://schemas.microsoft.com/office/drawing/2014/main" id="{6F78D63D-2EE3-5E3E-2C4C-550914DE1859}"/>
              </a:ext>
            </a:extLst>
          </p:cNvPr>
          <p:cNvPicPr>
            <a:picLocks noGrp="1" noChangeAspect="1"/>
          </p:cNvPicPr>
          <p:nvPr>
            <p:ph idx="1"/>
          </p:nvPr>
        </p:nvPicPr>
        <p:blipFill>
          <a:blip r:embed="rId2"/>
          <a:stretch>
            <a:fillRect/>
          </a:stretch>
        </p:blipFill>
        <p:spPr>
          <a:xfrm>
            <a:off x="713327" y="643466"/>
            <a:ext cx="10765346" cy="5571067"/>
          </a:xfrm>
          <a:prstGeom prst="rect">
            <a:avLst/>
          </a:prstGeom>
        </p:spPr>
      </p:pic>
    </p:spTree>
    <p:extLst>
      <p:ext uri="{BB962C8B-B14F-4D97-AF65-F5344CB8AC3E}">
        <p14:creationId xmlns:p14="http://schemas.microsoft.com/office/powerpoint/2010/main" val="34586660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280</Words>
  <Application>Microsoft Macintosh PowerPoint</Application>
  <PresentationFormat>Widescreen</PresentationFormat>
  <Paragraphs>34</Paragraphs>
  <Slides>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Chieko Asakawa</vt:lpstr>
      <vt:lpstr>PowerPoint Presentation</vt:lpstr>
      <vt:lpstr>PowerPoint Presentation</vt:lpstr>
      <vt:lpstr>Future Promise</vt:lpstr>
      <vt:lpstr>Selection</vt:lpstr>
      <vt:lpstr>Underrepresentation</vt:lpstr>
      <vt:lpstr>Our Process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QUINTEN MCCRACKEN (Student)</dc:creator>
  <cp:lastModifiedBy>CARTER RICHARDSON (Student)</cp:lastModifiedBy>
  <cp:revision>9</cp:revision>
  <dcterms:created xsi:type="dcterms:W3CDTF">2026-05-15T15:51:14Z</dcterms:created>
  <dcterms:modified xsi:type="dcterms:W3CDTF">2026-05-19T15:49:54Z</dcterms:modified>
</cp:coreProperties>
</file>